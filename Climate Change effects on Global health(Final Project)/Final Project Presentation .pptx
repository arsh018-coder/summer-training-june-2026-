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355600" rtl="0" fontAlgn="auto" latinLnBrk="0" hangingPunct="0">
      <a:lnSpc>
        <a:spcPct val="100000"/>
      </a:lnSpc>
      <a:spcBef>
        <a:spcPts val="4300"/>
      </a:spcBef>
      <a:spcAft>
        <a:spcPts val="0"/>
      </a:spcAft>
      <a:buClrTx/>
      <a:buSzTx/>
      <a:buFontTx/>
      <a:buNone/>
      <a:tabLst/>
      <a:defRPr kumimoji="0" sz="3600" b="1" i="0" u="none" strike="noStrike" cap="none" spc="36" normalizeH="0" baseline="0">
        <a:ln>
          <a:noFill/>
        </a:ln>
        <a:solidFill>
          <a:schemeClr val="accent1">
            <a:satOff val="36598"/>
            <a:lumOff val="-17227"/>
          </a:schemeClr>
        </a:solidFill>
        <a:effectLst/>
        <a:uFillTx/>
        <a:latin typeface="+mn-lt"/>
        <a:ea typeface="+mn-ea"/>
        <a:cs typeface="+mn-cs"/>
        <a:sym typeface="Graphik"/>
      </a:defRPr>
    </a:lvl1pPr>
    <a:lvl2pPr marL="0" marR="0" indent="457200" algn="l" defTabSz="355600" rtl="0" fontAlgn="auto" latinLnBrk="0" hangingPunct="0">
      <a:lnSpc>
        <a:spcPct val="100000"/>
      </a:lnSpc>
      <a:spcBef>
        <a:spcPts val="4300"/>
      </a:spcBef>
      <a:spcAft>
        <a:spcPts val="0"/>
      </a:spcAft>
      <a:buClrTx/>
      <a:buSzTx/>
      <a:buFontTx/>
      <a:buNone/>
      <a:tabLst/>
      <a:defRPr kumimoji="0" sz="3600" b="1" i="0" u="none" strike="noStrike" cap="none" spc="36" normalizeH="0" baseline="0">
        <a:ln>
          <a:noFill/>
        </a:ln>
        <a:solidFill>
          <a:schemeClr val="accent1">
            <a:satOff val="36598"/>
            <a:lumOff val="-17227"/>
          </a:schemeClr>
        </a:solidFill>
        <a:effectLst/>
        <a:uFillTx/>
        <a:latin typeface="+mn-lt"/>
        <a:ea typeface="+mn-ea"/>
        <a:cs typeface="+mn-cs"/>
        <a:sym typeface="Graphik"/>
      </a:defRPr>
    </a:lvl2pPr>
    <a:lvl3pPr marL="0" marR="0" indent="914400" algn="l" defTabSz="355600" rtl="0" fontAlgn="auto" latinLnBrk="0" hangingPunct="0">
      <a:lnSpc>
        <a:spcPct val="100000"/>
      </a:lnSpc>
      <a:spcBef>
        <a:spcPts val="4300"/>
      </a:spcBef>
      <a:spcAft>
        <a:spcPts val="0"/>
      </a:spcAft>
      <a:buClrTx/>
      <a:buSzTx/>
      <a:buFontTx/>
      <a:buNone/>
      <a:tabLst/>
      <a:defRPr kumimoji="0" sz="3600" b="1" i="0" u="none" strike="noStrike" cap="none" spc="36" normalizeH="0" baseline="0">
        <a:ln>
          <a:noFill/>
        </a:ln>
        <a:solidFill>
          <a:schemeClr val="accent1">
            <a:satOff val="36598"/>
            <a:lumOff val="-17227"/>
          </a:schemeClr>
        </a:solidFill>
        <a:effectLst/>
        <a:uFillTx/>
        <a:latin typeface="+mn-lt"/>
        <a:ea typeface="+mn-ea"/>
        <a:cs typeface="+mn-cs"/>
        <a:sym typeface="Graphik"/>
      </a:defRPr>
    </a:lvl3pPr>
    <a:lvl4pPr marL="0" marR="0" indent="1371600" algn="l" defTabSz="355600" rtl="0" fontAlgn="auto" latinLnBrk="0" hangingPunct="0">
      <a:lnSpc>
        <a:spcPct val="100000"/>
      </a:lnSpc>
      <a:spcBef>
        <a:spcPts val="4300"/>
      </a:spcBef>
      <a:spcAft>
        <a:spcPts val="0"/>
      </a:spcAft>
      <a:buClrTx/>
      <a:buSzTx/>
      <a:buFontTx/>
      <a:buNone/>
      <a:tabLst/>
      <a:defRPr kumimoji="0" sz="3600" b="1" i="0" u="none" strike="noStrike" cap="none" spc="36" normalizeH="0" baseline="0">
        <a:ln>
          <a:noFill/>
        </a:ln>
        <a:solidFill>
          <a:schemeClr val="accent1">
            <a:satOff val="36598"/>
            <a:lumOff val="-17227"/>
          </a:schemeClr>
        </a:solidFill>
        <a:effectLst/>
        <a:uFillTx/>
        <a:latin typeface="+mn-lt"/>
        <a:ea typeface="+mn-ea"/>
        <a:cs typeface="+mn-cs"/>
        <a:sym typeface="Graphik"/>
      </a:defRPr>
    </a:lvl4pPr>
    <a:lvl5pPr marL="0" marR="0" indent="1828800" algn="l" defTabSz="355600" rtl="0" fontAlgn="auto" latinLnBrk="0" hangingPunct="0">
      <a:lnSpc>
        <a:spcPct val="100000"/>
      </a:lnSpc>
      <a:spcBef>
        <a:spcPts val="4300"/>
      </a:spcBef>
      <a:spcAft>
        <a:spcPts val="0"/>
      </a:spcAft>
      <a:buClrTx/>
      <a:buSzTx/>
      <a:buFontTx/>
      <a:buNone/>
      <a:tabLst/>
      <a:defRPr kumimoji="0" sz="3600" b="1" i="0" u="none" strike="noStrike" cap="none" spc="36" normalizeH="0" baseline="0">
        <a:ln>
          <a:noFill/>
        </a:ln>
        <a:solidFill>
          <a:schemeClr val="accent1">
            <a:satOff val="36598"/>
            <a:lumOff val="-17227"/>
          </a:schemeClr>
        </a:solidFill>
        <a:effectLst/>
        <a:uFillTx/>
        <a:latin typeface="+mn-lt"/>
        <a:ea typeface="+mn-ea"/>
        <a:cs typeface="+mn-cs"/>
        <a:sym typeface="Graphik"/>
      </a:defRPr>
    </a:lvl5pPr>
    <a:lvl6pPr marL="0" marR="0" indent="2286000" algn="l" defTabSz="355600" rtl="0" fontAlgn="auto" latinLnBrk="0" hangingPunct="0">
      <a:lnSpc>
        <a:spcPct val="100000"/>
      </a:lnSpc>
      <a:spcBef>
        <a:spcPts val="4300"/>
      </a:spcBef>
      <a:spcAft>
        <a:spcPts val="0"/>
      </a:spcAft>
      <a:buClrTx/>
      <a:buSzTx/>
      <a:buFontTx/>
      <a:buNone/>
      <a:tabLst/>
      <a:defRPr kumimoji="0" sz="3600" b="1" i="0" u="none" strike="noStrike" cap="none" spc="36" normalizeH="0" baseline="0">
        <a:ln>
          <a:noFill/>
        </a:ln>
        <a:solidFill>
          <a:schemeClr val="accent1">
            <a:satOff val="36598"/>
            <a:lumOff val="-17227"/>
          </a:schemeClr>
        </a:solidFill>
        <a:effectLst/>
        <a:uFillTx/>
        <a:latin typeface="+mn-lt"/>
        <a:ea typeface="+mn-ea"/>
        <a:cs typeface="+mn-cs"/>
        <a:sym typeface="Graphik"/>
      </a:defRPr>
    </a:lvl6pPr>
    <a:lvl7pPr marL="0" marR="0" indent="2743200" algn="l" defTabSz="355600" rtl="0" fontAlgn="auto" latinLnBrk="0" hangingPunct="0">
      <a:lnSpc>
        <a:spcPct val="100000"/>
      </a:lnSpc>
      <a:spcBef>
        <a:spcPts val="4300"/>
      </a:spcBef>
      <a:spcAft>
        <a:spcPts val="0"/>
      </a:spcAft>
      <a:buClrTx/>
      <a:buSzTx/>
      <a:buFontTx/>
      <a:buNone/>
      <a:tabLst/>
      <a:defRPr kumimoji="0" sz="3600" b="1" i="0" u="none" strike="noStrike" cap="none" spc="36" normalizeH="0" baseline="0">
        <a:ln>
          <a:noFill/>
        </a:ln>
        <a:solidFill>
          <a:schemeClr val="accent1">
            <a:satOff val="36598"/>
            <a:lumOff val="-17227"/>
          </a:schemeClr>
        </a:solidFill>
        <a:effectLst/>
        <a:uFillTx/>
        <a:latin typeface="+mn-lt"/>
        <a:ea typeface="+mn-ea"/>
        <a:cs typeface="+mn-cs"/>
        <a:sym typeface="Graphik"/>
      </a:defRPr>
    </a:lvl7pPr>
    <a:lvl8pPr marL="0" marR="0" indent="3200400" algn="l" defTabSz="355600" rtl="0" fontAlgn="auto" latinLnBrk="0" hangingPunct="0">
      <a:lnSpc>
        <a:spcPct val="100000"/>
      </a:lnSpc>
      <a:spcBef>
        <a:spcPts val="4300"/>
      </a:spcBef>
      <a:spcAft>
        <a:spcPts val="0"/>
      </a:spcAft>
      <a:buClrTx/>
      <a:buSzTx/>
      <a:buFontTx/>
      <a:buNone/>
      <a:tabLst/>
      <a:defRPr kumimoji="0" sz="3600" b="1" i="0" u="none" strike="noStrike" cap="none" spc="36" normalizeH="0" baseline="0">
        <a:ln>
          <a:noFill/>
        </a:ln>
        <a:solidFill>
          <a:schemeClr val="accent1">
            <a:satOff val="36598"/>
            <a:lumOff val="-17227"/>
          </a:schemeClr>
        </a:solidFill>
        <a:effectLst/>
        <a:uFillTx/>
        <a:latin typeface="+mn-lt"/>
        <a:ea typeface="+mn-ea"/>
        <a:cs typeface="+mn-cs"/>
        <a:sym typeface="Graphik"/>
      </a:defRPr>
    </a:lvl8pPr>
    <a:lvl9pPr marL="0" marR="0" indent="3657600" algn="l" defTabSz="355600" rtl="0" fontAlgn="auto" latinLnBrk="0" hangingPunct="0">
      <a:lnSpc>
        <a:spcPct val="100000"/>
      </a:lnSpc>
      <a:spcBef>
        <a:spcPts val="4300"/>
      </a:spcBef>
      <a:spcAft>
        <a:spcPts val="0"/>
      </a:spcAft>
      <a:buClrTx/>
      <a:buSzTx/>
      <a:buFontTx/>
      <a:buNone/>
      <a:tabLst/>
      <a:defRPr kumimoji="0" sz="3600" b="1" i="0" u="none" strike="noStrike" cap="none" spc="36" normalizeH="0" baseline="0">
        <a:ln>
          <a:noFill/>
        </a:ln>
        <a:solidFill>
          <a:schemeClr val="accent1">
            <a:satOff val="36598"/>
            <a:lumOff val="-17227"/>
          </a:schemeClr>
        </a:solidFill>
        <a:effectLst/>
        <a:uFillTx/>
        <a:latin typeface="+mn-lt"/>
        <a:ea typeface="+mn-ea"/>
        <a:cs typeface="+mn-cs"/>
        <a:sym typeface="Graphik"/>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Graphik Medium"/>
          <a:ea typeface="Graphik Medium"/>
          <a:cs typeface="Graphik Medium"/>
        </a:font>
        <a:srgbClr val="5E5E5E"/>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ff" i="off">
        <a:font>
          <a:latin typeface="Graphik Medium"/>
          <a:ea typeface="Graphik Medium"/>
          <a:cs typeface="Graphik Medium"/>
        </a:font>
        <a:srgbClr val="5E5E5E"/>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ff" i="off">
        <a:font>
          <a:latin typeface="Graphik Medium"/>
          <a:ea typeface="Graphik Medium"/>
          <a:cs typeface="Graphik Medium"/>
        </a:font>
        <a:srgbClr val="5E5E5E"/>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5E5E5E"/>
        </a:fontRef>
        <a:srgbClr val="5E5E5E"/>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
          <a:latin typeface="Graphik Medium"/>
          <a:ea typeface="Graphik Medium"/>
          <a:cs typeface="Graphik Medium"/>
        </a:font>
        <a:srgbClr val="5E5E5E"/>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ff" i="off">
        <a:font>
          <a:latin typeface="Graphik Medium"/>
          <a:ea typeface="Graphik Medium"/>
          <a:cs typeface="Graphik Medium"/>
        </a:font>
        <a:srgbClr val="5E5E5E"/>
      </a:tcTxStyle>
      <a:tcStyle>
        <a:tcBdr>
          <a:left>
            <a:ln w="12700" cap="flat">
              <a:solidFill>
                <a:srgbClr val="000000"/>
              </a:solidFill>
              <a:prstDash val="solid"/>
              <a:miter lim="400000"/>
            </a:ln>
          </a:left>
          <a:right>
            <a:ln w="25400" cap="flat">
              <a:solidFill>
                <a:srgbClr val="084F64"/>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
          <a:latin typeface="Graphik Medium"/>
          <a:ea typeface="Graphik Medium"/>
          <a:cs typeface="Graphik Medium"/>
        </a:font>
        <a:srgbClr val="5E5E5E"/>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84F64"/>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Graphik Medium"/>
          <a:ea typeface="Graphik Medium"/>
          <a:cs typeface="Graphik Medium"/>
        </a:font>
        <a:srgbClr val="FFFFFF"/>
      </a:tcTxStyle>
      <a:tcStyle>
        <a:tcBdr>
          <a:left>
            <a:ln w="12700" cap="flat">
              <a:solidFill>
                <a:srgbClr val="084F64"/>
              </a:solidFill>
              <a:prstDash val="solid"/>
              <a:miter lim="400000"/>
            </a:ln>
          </a:left>
          <a:right>
            <a:ln w="12700" cap="flat">
              <a:solidFill>
                <a:srgbClr val="084F64"/>
              </a:solidFill>
              <a:prstDash val="solid"/>
              <a:miter lim="400000"/>
            </a:ln>
          </a:right>
          <a:top>
            <a:ln w="12700" cap="flat">
              <a:solidFill>
                <a:srgbClr val="000000"/>
              </a:solidFill>
              <a:prstDash val="solid"/>
              <a:miter lim="400000"/>
            </a:ln>
          </a:top>
          <a:bottom>
            <a:ln w="25400" cap="flat">
              <a:solidFill>
                <a:srgbClr val="084F64"/>
              </a:solidFill>
              <a:prstDash val="solid"/>
              <a:miter lim="400000"/>
            </a:ln>
          </a:bottom>
          <a:insideH>
            <a:ln w="12700" cap="flat">
              <a:solidFill>
                <a:srgbClr val="084F64"/>
              </a:solidFill>
              <a:prstDash val="solid"/>
              <a:miter lim="400000"/>
            </a:ln>
          </a:insideH>
          <a:insideV>
            <a:ln w="12700" cap="flat">
              <a:solidFill>
                <a:srgbClr val="084F64"/>
              </a:solidFill>
              <a:prstDash val="solid"/>
              <a:miter lim="400000"/>
            </a:ln>
          </a:insideV>
        </a:tcBdr>
        <a:fill>
          <a:solidFill>
            <a:schemeClr val="accent1">
              <a:satOff val="3942"/>
              <a:lumOff val="17322"/>
            </a:schemeClr>
          </a:solidFill>
        </a:fill>
      </a:tcStyle>
    </a:firstRow>
  </a:tblStyle>
  <a:tblStyle styleId="{EEE7283C-3CF3-47DC-8721-378D4A62B228}" styleName="">
    <a:tblBg/>
    <a:wholeTbl>
      <a:tcTxStyle b="off" i="off">
        <a:font>
          <a:latin typeface="Graphik Medium"/>
          <a:ea typeface="Graphik Medium"/>
          <a:cs typeface="Graphik Medium"/>
        </a:font>
        <a:schemeClr val="accent6"/>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F0EAF0"/>
          </a:solidFill>
        </a:fill>
      </a:tcStyle>
    </a:band2H>
    <a:firstCol>
      <a:tcTxStyle b="off" i="off">
        <a:font>
          <a:latin typeface="Graphik Medium"/>
          <a:ea typeface="Graphik Medium"/>
          <a:cs typeface="Graphik Medium"/>
        </a:font>
        <a:schemeClr val="accent6"/>
      </a:tcTxStyle>
      <a:tcStyle>
        <a:tcBdr>
          <a:left>
            <a:ln w="12700" cap="flat">
              <a:solidFill>
                <a:srgbClr val="000000"/>
              </a:solidFill>
              <a:prstDash val="solid"/>
              <a:miter lim="400000"/>
            </a:ln>
          </a:left>
          <a:right>
            <a:ln w="25400" cap="flat">
              <a:solidFill>
                <a:srgbClr val="084F64"/>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
          <a:latin typeface="Graphik Medium"/>
          <a:ea typeface="Graphik Medium"/>
          <a:cs typeface="Graphik Medium"/>
        </a:font>
        <a:schemeClr val="accent6"/>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84F64"/>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chemeClr val="accent6"/>
        </a:fontRef>
        <a:schemeClr val="accent6"/>
      </a:tcTxStyle>
      <a:tcStyle>
        <a:tcBdr>
          <a:left>
            <a:ln w="12700" cap="flat">
              <a:solidFill>
                <a:srgbClr val="084F64"/>
              </a:solidFill>
              <a:prstDash val="solid"/>
              <a:miter lim="400000"/>
            </a:ln>
          </a:left>
          <a:right>
            <a:ln w="12700" cap="flat">
              <a:solidFill>
                <a:srgbClr val="084F64"/>
              </a:solidFill>
              <a:prstDash val="solid"/>
              <a:miter lim="400000"/>
            </a:ln>
          </a:right>
          <a:top>
            <a:ln w="12700" cap="flat">
              <a:solidFill>
                <a:srgbClr val="000000"/>
              </a:solidFill>
              <a:prstDash val="solid"/>
              <a:miter lim="400000"/>
            </a:ln>
          </a:top>
          <a:bottom>
            <a:ln w="25400" cap="flat">
              <a:solidFill>
                <a:srgbClr val="084F64"/>
              </a:solidFill>
              <a:prstDash val="solid"/>
              <a:miter lim="400000"/>
            </a:ln>
          </a:bottom>
          <a:insideH>
            <a:ln w="12700" cap="flat">
              <a:solidFill>
                <a:srgbClr val="084F64"/>
              </a:solidFill>
              <a:prstDash val="solid"/>
              <a:miter lim="400000"/>
            </a:ln>
          </a:insideH>
          <a:insideV>
            <a:ln w="12700" cap="flat">
              <a:solidFill>
                <a:srgbClr val="084F64"/>
              </a:solidFill>
              <a:prstDash val="solid"/>
              <a:miter lim="400000"/>
            </a:ln>
          </a:insideV>
        </a:tcBdr>
        <a:fill>
          <a:solidFill>
            <a:schemeClr val="accent6">
              <a:hueOff val="-35454"/>
              <a:satOff val="2115"/>
              <a:lumOff val="45487"/>
            </a:schemeClr>
          </a:solidFill>
        </a:fill>
      </a:tcStyle>
    </a:firstRow>
  </a:tblStyle>
  <a:tblStyle styleId="{CF821DB8-F4EB-4A41-A1BA-3FCAFE7338EE}" styleName="">
    <a:tblBg/>
    <a:wholeTbl>
      <a:tcTxStyle b="off" i="off">
        <a:font>
          <a:latin typeface="Graphik Medium"/>
          <a:ea typeface="Graphik Medium"/>
          <a:cs typeface="Graphik Medium"/>
        </a:font>
        <a:srgbClr val="2E4E61"/>
      </a:tcTxStyle>
      <a:tcStyle>
        <a:tcBdr>
          <a:left>
            <a:ln w="12700" cap="flat">
              <a:solidFill>
                <a:srgbClr val="3D3E3E"/>
              </a:solidFill>
              <a:prstDash val="solid"/>
              <a:miter lim="400000"/>
            </a:ln>
          </a:left>
          <a:right>
            <a:ln w="12700" cap="flat">
              <a:solidFill>
                <a:srgbClr val="3D3E3E"/>
              </a:solidFill>
              <a:prstDash val="solid"/>
              <a:miter lim="400000"/>
            </a:ln>
          </a:right>
          <a:top>
            <a:ln w="12700" cap="flat">
              <a:solidFill>
                <a:srgbClr val="3D3E3E"/>
              </a:solidFill>
              <a:prstDash val="solid"/>
              <a:miter lim="400000"/>
            </a:ln>
          </a:top>
          <a:bottom>
            <a:ln w="12700" cap="flat">
              <a:solidFill>
                <a:srgbClr val="3D3E3E"/>
              </a:solidFill>
              <a:prstDash val="solid"/>
              <a:miter lim="400000"/>
            </a:ln>
          </a:bottom>
          <a:insideH>
            <a:ln w="12700" cap="flat">
              <a:solidFill>
                <a:srgbClr val="3D3E3E"/>
              </a:solidFill>
              <a:prstDash val="solid"/>
              <a:miter lim="400000"/>
            </a:ln>
          </a:insideH>
          <a:insideV>
            <a:ln w="12700" cap="flat">
              <a:solidFill>
                <a:srgbClr val="3D3E3E"/>
              </a:solidFill>
              <a:prstDash val="solid"/>
              <a:miter lim="400000"/>
            </a:ln>
          </a:insideV>
        </a:tcBdr>
        <a:fill>
          <a:noFill/>
        </a:fill>
      </a:tcStyle>
    </a:wholeTbl>
    <a:band2H>
      <a:tcTxStyle/>
      <a:tcStyle>
        <a:tcBdr/>
        <a:fill>
          <a:solidFill>
            <a:srgbClr val="EBEBEB"/>
          </a:solidFill>
        </a:fill>
      </a:tcStyle>
    </a:band2H>
    <a:firstCol>
      <a:tcTxStyle b="off" i="off">
        <a:font>
          <a:latin typeface="Graphik Medium"/>
          <a:ea typeface="Graphik Medium"/>
          <a:cs typeface="Graphik Medium"/>
        </a:font>
        <a:srgbClr val="2E4E61"/>
      </a:tcTxStyle>
      <a:tcStyle>
        <a:tcBdr>
          <a:left>
            <a:ln w="12700" cap="flat">
              <a:solidFill>
                <a:srgbClr val="3D3E3E"/>
              </a:solidFill>
              <a:prstDash val="solid"/>
              <a:miter lim="400000"/>
            </a:ln>
          </a:left>
          <a:right>
            <a:ln w="25400" cap="flat">
              <a:solidFill>
                <a:srgbClr val="3D3E3E"/>
              </a:solidFill>
              <a:prstDash val="solid"/>
              <a:miter lim="400000"/>
            </a:ln>
          </a:right>
          <a:top>
            <a:ln w="12700" cap="flat">
              <a:solidFill>
                <a:srgbClr val="3D3E3E"/>
              </a:solidFill>
              <a:prstDash val="solid"/>
              <a:miter lim="400000"/>
            </a:ln>
          </a:top>
          <a:bottom>
            <a:ln w="12700" cap="flat">
              <a:solidFill>
                <a:srgbClr val="3D3E3E"/>
              </a:solidFill>
              <a:prstDash val="solid"/>
              <a:miter lim="400000"/>
            </a:ln>
          </a:bottom>
          <a:insideH>
            <a:ln w="12700" cap="flat">
              <a:solidFill>
                <a:srgbClr val="3D3E3E"/>
              </a:solidFill>
              <a:prstDash val="solid"/>
              <a:miter lim="400000"/>
            </a:ln>
          </a:insideH>
          <a:insideV>
            <a:ln w="12700" cap="flat">
              <a:solidFill>
                <a:srgbClr val="3D3E3E"/>
              </a:solidFill>
              <a:prstDash val="solid"/>
              <a:miter lim="400000"/>
            </a:ln>
          </a:insideV>
        </a:tcBdr>
        <a:fill>
          <a:solidFill>
            <a:srgbClr val="DBE6A5"/>
          </a:solidFill>
        </a:fill>
      </a:tcStyle>
    </a:firstCol>
    <a:lastRow>
      <a:tcTxStyle b="off" i="off">
        <a:font>
          <a:latin typeface="Graphik Medium"/>
          <a:ea typeface="Graphik Medium"/>
          <a:cs typeface="Graphik Medium"/>
        </a:font>
        <a:srgbClr val="2E4E61"/>
      </a:tcTxStyle>
      <a:tcStyle>
        <a:tcBdr>
          <a:left>
            <a:ln w="12700" cap="flat">
              <a:solidFill>
                <a:srgbClr val="3D3E3E"/>
              </a:solidFill>
              <a:prstDash val="solid"/>
              <a:miter lim="400000"/>
            </a:ln>
          </a:left>
          <a:right>
            <a:ln w="12700" cap="flat">
              <a:solidFill>
                <a:srgbClr val="3D3E3E"/>
              </a:solidFill>
              <a:prstDash val="solid"/>
              <a:miter lim="400000"/>
            </a:ln>
          </a:right>
          <a:top>
            <a:ln w="25400" cap="flat">
              <a:solidFill>
                <a:srgbClr val="3D3E3E"/>
              </a:solidFill>
              <a:prstDash val="solid"/>
              <a:miter lim="400000"/>
            </a:ln>
          </a:top>
          <a:bottom>
            <a:ln w="12700" cap="flat">
              <a:solidFill>
                <a:srgbClr val="3D3E3E"/>
              </a:solidFill>
              <a:prstDash val="solid"/>
              <a:miter lim="400000"/>
            </a:ln>
          </a:bottom>
          <a:insideH>
            <a:ln w="12700" cap="flat">
              <a:solidFill>
                <a:srgbClr val="3D3E3E"/>
              </a:solidFill>
              <a:prstDash val="solid"/>
              <a:miter lim="400000"/>
            </a:ln>
          </a:insideH>
          <a:insideV>
            <a:ln w="12700" cap="flat">
              <a:solidFill>
                <a:srgbClr val="3D3E3E"/>
              </a:solidFill>
              <a:prstDash val="solid"/>
              <a:miter lim="400000"/>
            </a:ln>
          </a:insideV>
        </a:tcBdr>
        <a:fill>
          <a:noFill/>
        </a:fill>
      </a:tcStyle>
    </a:lastRow>
    <a:firstRow>
      <a:tcTxStyle b="off" i="off">
        <a:font>
          <a:latin typeface="Graphik Medium"/>
          <a:ea typeface="Graphik Medium"/>
          <a:cs typeface="Graphik Medium"/>
        </a:font>
        <a:srgbClr val="2E4E61"/>
      </a:tcTxStyle>
      <a:tcStyle>
        <a:tcBdr>
          <a:left>
            <a:ln w="12700" cap="flat">
              <a:solidFill>
                <a:srgbClr val="3D3E3E"/>
              </a:solidFill>
              <a:prstDash val="solid"/>
              <a:miter lim="400000"/>
            </a:ln>
          </a:left>
          <a:right>
            <a:ln w="12700" cap="flat">
              <a:solidFill>
                <a:srgbClr val="3D3E3E"/>
              </a:solidFill>
              <a:prstDash val="solid"/>
              <a:miter lim="400000"/>
            </a:ln>
          </a:right>
          <a:top>
            <a:ln w="12700" cap="flat">
              <a:solidFill>
                <a:srgbClr val="3D3E3E"/>
              </a:solidFill>
              <a:prstDash val="solid"/>
              <a:miter lim="400000"/>
            </a:ln>
          </a:top>
          <a:bottom>
            <a:ln w="25400" cap="flat">
              <a:solidFill>
                <a:srgbClr val="3D3E3E"/>
              </a:solidFill>
              <a:prstDash val="solid"/>
              <a:miter lim="400000"/>
            </a:ln>
          </a:bottom>
          <a:insideH>
            <a:ln w="12700" cap="flat">
              <a:solidFill>
                <a:srgbClr val="3D3E3E"/>
              </a:solidFill>
              <a:prstDash val="solid"/>
              <a:miter lim="400000"/>
            </a:ln>
          </a:insideH>
          <a:insideV>
            <a:ln w="12700" cap="flat">
              <a:solidFill>
                <a:srgbClr val="3D3E3E"/>
              </a:solidFill>
              <a:prstDash val="solid"/>
              <a:miter lim="400000"/>
            </a:ln>
          </a:insideV>
        </a:tcBdr>
        <a:fill>
          <a:solidFill>
            <a:srgbClr val="DBE6A5"/>
          </a:solidFill>
        </a:fill>
      </a:tcStyle>
    </a:firstRow>
  </a:tblStyle>
  <a:tblStyle styleId="{33BA23B1-9221-436E-865A-0063620EA4FD}" styleName="">
    <a:tblBg/>
    <a:wholeTbl>
      <a:tcTxStyle b="off" i="off">
        <a:font>
          <a:latin typeface="Graphik Medium"/>
          <a:ea typeface="Graphik Medium"/>
          <a:cs typeface="Graphik Medium"/>
        </a:font>
        <a:srgbClr val="5E5E5E"/>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wholeTbl>
    <a:band2H>
      <a:tcTxStyle/>
      <a:tcStyle>
        <a:tcBdr/>
        <a:fill>
          <a:solidFill>
            <a:srgbClr val="FFFFFF"/>
          </a:solidFill>
        </a:fill>
      </a:tcStyle>
    </a:band2H>
    <a:firstCol>
      <a:tcTxStyle b="off" i="off">
        <a:font>
          <a:latin typeface="Graphik Medium"/>
          <a:ea typeface="Graphik Medium"/>
          <a:cs typeface="Graphik Medium"/>
        </a:font>
        <a:srgbClr val="5E5E5E"/>
      </a:tcTxStyle>
      <a:tcStyle>
        <a:tcBdr>
          <a:left>
            <a:ln w="12700" cap="flat">
              <a:solidFill>
                <a:srgbClr val="5C526A"/>
              </a:solidFill>
              <a:prstDash val="solid"/>
              <a:miter lim="400000"/>
            </a:ln>
          </a:left>
          <a:right>
            <a:ln w="254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CB5B2"/>
          </a:solidFill>
        </a:fill>
      </a:tcStyle>
    </a:firstCol>
    <a:lastRow>
      <a:tcTxStyle b="off" i="off">
        <a:font>
          <a:latin typeface="Graphik Medium"/>
          <a:ea typeface="Graphik Medium"/>
          <a:cs typeface="Graphik Medium"/>
        </a:font>
        <a:srgbClr val="5E5E5E"/>
      </a:tcTxStyle>
      <a:tcStyle>
        <a:tcBdr>
          <a:left>
            <a:ln w="12700" cap="flat">
              <a:solidFill>
                <a:srgbClr val="5E5E5E"/>
              </a:solidFill>
              <a:prstDash val="solid"/>
              <a:miter lim="400000"/>
            </a:ln>
          </a:left>
          <a:right>
            <a:ln w="12700" cap="flat">
              <a:solidFill>
                <a:srgbClr val="5E5E5E"/>
              </a:solidFill>
              <a:prstDash val="solid"/>
              <a:miter lim="400000"/>
            </a:ln>
          </a:right>
          <a:top>
            <a:ln w="25400" cap="flat">
              <a:solidFill>
                <a:srgbClr val="5E5E5E"/>
              </a:solidFill>
              <a:prstDash val="solid"/>
              <a:miter lim="400000"/>
            </a:ln>
          </a:top>
          <a:bottom>
            <a:ln w="12700" cap="flat">
              <a:solidFill>
                <a:srgbClr val="5C526A"/>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lastRow>
    <a:firstRow>
      <a:tcTxStyle b="off" i="off">
        <a:font>
          <a:latin typeface="Graphik Medium"/>
          <a:ea typeface="Graphik Medium"/>
          <a:cs typeface="Graphik Medium"/>
        </a:font>
        <a:srgbClr val="FFFFFF"/>
      </a:tcTxStyle>
      <a:tcStyle>
        <a:tcBdr>
          <a:left>
            <a:ln w="12700" cap="flat">
              <a:solidFill>
                <a:srgbClr val="3B3B3B"/>
              </a:solidFill>
              <a:prstDash val="solid"/>
              <a:miter lim="400000"/>
            </a:ln>
          </a:left>
          <a:right>
            <a:ln w="12700" cap="flat">
              <a:solidFill>
                <a:srgbClr val="3B3B3B"/>
              </a:solidFill>
              <a:prstDash val="solid"/>
              <a:miter lim="400000"/>
            </a:ln>
          </a:right>
          <a:top>
            <a:ln w="12700" cap="flat">
              <a:solidFill>
                <a:srgbClr val="5C526A"/>
              </a:solidFill>
              <a:prstDash val="solid"/>
              <a:miter lim="400000"/>
            </a:ln>
          </a:top>
          <a:bottom>
            <a:ln w="25400" cap="flat">
              <a:solidFill>
                <a:srgbClr val="3B3B3B"/>
              </a:solidFill>
              <a:prstDash val="solid"/>
              <a:miter lim="400000"/>
            </a:ln>
          </a:bottom>
          <a:insideH>
            <a:ln w="12700" cap="flat">
              <a:solidFill>
                <a:srgbClr val="3B3B3B"/>
              </a:solidFill>
              <a:prstDash val="solid"/>
              <a:miter lim="400000"/>
            </a:ln>
          </a:insideH>
          <a:insideV>
            <a:ln w="12700" cap="flat">
              <a:solidFill>
                <a:srgbClr val="3B3B3B"/>
              </a:solidFill>
              <a:prstDash val="solid"/>
              <a:miter lim="400000"/>
            </a:ln>
          </a:insideV>
        </a:tcBdr>
        <a:fill>
          <a:solidFill>
            <a:srgbClr val="C16E6A"/>
          </a:solidFill>
        </a:fill>
      </a:tcStyle>
    </a:firstRow>
  </a:tblStyle>
  <a:tblStyle styleId="{2708684C-4D16-4618-839F-0558EEFCDFE6}" styleName="">
    <a:tblBg/>
    <a:wholeTbl>
      <a:tcTxStyle b="off" i="off">
        <a:font>
          <a:latin typeface="Graphik Medium"/>
          <a:ea typeface="Graphik Medium"/>
          <a:cs typeface="Graphik Medium"/>
        </a:font>
        <a:srgbClr val="5E5E5E"/>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CDCECC"/>
          </a:solidFill>
        </a:fill>
      </a:tcStyle>
    </a:wholeTbl>
    <a:band2H>
      <a:tcTxStyle/>
      <a:tcStyle>
        <a:tcBdr/>
        <a:fill>
          <a:solidFill>
            <a:srgbClr val="EDEEEE"/>
          </a:solidFill>
        </a:fill>
      </a:tcStyle>
    </a:band2H>
    <a:firstCol>
      <a:tcTxStyle b="off" i="off">
        <a:font>
          <a:latin typeface="Graphik Medium"/>
          <a:ea typeface="Graphik Medium"/>
          <a:cs typeface="Graphik Medium"/>
        </a:font>
        <a:srgbClr val="FFFFFF"/>
      </a:tcTxStyle>
      <a:tcStyle>
        <a:tcBdr>
          <a:left>
            <a:ln w="12700" cap="flat">
              <a:solidFill>
                <a:srgbClr val="5E5E5E"/>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2D2F24"/>
          </a:solidFill>
        </a:fill>
      </a:tcStyle>
    </a:firstCol>
    <a:lastRow>
      <a:tcTxStyle b="off" i="off">
        <a:font>
          <a:latin typeface="Graphik Medium"/>
          <a:ea typeface="Graphik Medium"/>
          <a:cs typeface="Graphik Medium"/>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5E5E5E"/>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E5E5E"/>
          </a:solidFill>
        </a:fill>
      </a:tcStyle>
    </a:lastRow>
    <a:firstRow>
      <a:tcTxStyle b="on"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5E5E5E"/>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E5E5E"/>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60" d="100"/>
          <a:sy n="60" d="100"/>
        </p:scale>
        <p:origin x="280" y="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99" name="Shape 199"/>
          <p:cNvSpPr>
            <a:spLocks noGrp="1" noRot="1" noChangeAspect="1"/>
          </p:cNvSpPr>
          <p:nvPr>
            <p:ph type="sldImg"/>
          </p:nvPr>
        </p:nvSpPr>
        <p:spPr>
          <a:xfrm>
            <a:off x="1143000" y="685800"/>
            <a:ext cx="4572000" cy="3429000"/>
          </a:xfrm>
          <a:prstGeom prst="rect">
            <a:avLst/>
          </a:prstGeom>
        </p:spPr>
        <p:txBody>
          <a:bodyPr/>
          <a:lstStyle/>
          <a:p>
            <a:endParaRPr/>
          </a:p>
        </p:txBody>
      </p:sp>
      <p:sp>
        <p:nvSpPr>
          <p:cNvPr id="200" name="Shape 200"/>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5" name="Topic"/>
          <p:cNvSpPr txBox="1">
            <a:spLocks noGrp="1"/>
          </p:cNvSpPr>
          <p:nvPr>
            <p:ph type="body" sz="quarter" idx="21" hasCustomPrompt="1"/>
          </p:nvPr>
        </p:nvSpPr>
        <p:spPr>
          <a:xfrm>
            <a:off x="1181100" y="12364718"/>
            <a:ext cx="4965700" cy="467107"/>
          </a:xfrm>
          <a:prstGeom prst="rect">
            <a:avLst/>
          </a:prstGeom>
        </p:spPr>
        <p:txBody>
          <a:bodyPr anchor="t"/>
          <a:lstStyle>
            <a:lvl1pPr>
              <a:defRPr sz="2200" b="0" cap="all" spc="88"/>
            </a:lvl1pPr>
          </a:lstStyle>
          <a:p>
            <a:r>
              <a:t>Topic</a:t>
            </a:r>
          </a:p>
        </p:txBody>
      </p:sp>
      <p:sp>
        <p:nvSpPr>
          <p:cNvPr id="16" name="Location"/>
          <p:cNvSpPr txBox="1">
            <a:spLocks noGrp="1"/>
          </p:cNvSpPr>
          <p:nvPr>
            <p:ph type="body" sz="quarter" idx="22" hasCustomPrompt="1"/>
          </p:nvPr>
        </p:nvSpPr>
        <p:spPr>
          <a:xfrm>
            <a:off x="18237200" y="12364718"/>
            <a:ext cx="4965700" cy="467107"/>
          </a:xfrm>
          <a:prstGeom prst="rect">
            <a:avLst/>
          </a:prstGeom>
        </p:spPr>
        <p:txBody>
          <a:bodyPr anchor="t"/>
          <a:lstStyle>
            <a:lvl1pPr>
              <a:defRPr sz="2200" b="0" cap="all" spc="88"/>
            </a:lvl1pPr>
          </a:lstStyle>
          <a:p>
            <a:r>
              <a:t>Location</a:t>
            </a:r>
          </a:p>
        </p:txBody>
      </p:sp>
      <p:sp>
        <p:nvSpPr>
          <p:cNvPr id="17" name="Author and Date"/>
          <p:cNvSpPr txBox="1">
            <a:spLocks noGrp="1"/>
          </p:cNvSpPr>
          <p:nvPr>
            <p:ph type="body" sz="quarter" idx="23" hasCustomPrompt="1"/>
          </p:nvPr>
        </p:nvSpPr>
        <p:spPr>
          <a:xfrm>
            <a:off x="6946900" y="12233909"/>
            <a:ext cx="10490200" cy="706629"/>
          </a:xfrm>
          <a:prstGeom prst="rect">
            <a:avLst/>
          </a:prstGeom>
        </p:spPr>
        <p:txBody>
          <a:bodyPr anchor="t"/>
          <a:lstStyle/>
          <a:p>
            <a:r>
              <a:t>Author and Date</a:t>
            </a:r>
          </a:p>
        </p:txBody>
      </p:sp>
      <p:sp>
        <p:nvSpPr>
          <p:cNvPr id="18" name="Presentation Title"/>
          <p:cNvSpPr txBox="1">
            <a:spLocks noGrp="1"/>
          </p:cNvSpPr>
          <p:nvPr>
            <p:ph type="title" hasCustomPrompt="1"/>
          </p:nvPr>
        </p:nvSpPr>
        <p:spPr>
          <a:prstGeom prst="rect">
            <a:avLst/>
          </a:prstGeom>
        </p:spPr>
        <p:txBody>
          <a:bodyPr/>
          <a:lstStyle/>
          <a:p>
            <a:r>
              <a:t>Presentation Title</a:t>
            </a:r>
          </a:p>
        </p:txBody>
      </p:sp>
      <p:sp>
        <p:nvSpPr>
          <p:cNvPr id="19" name="Body Level One…"/>
          <p:cNvSpPr txBox="1">
            <a:spLocks noGrp="1"/>
          </p:cNvSpPr>
          <p:nvPr>
            <p:ph type="body" sz="quarter" idx="1" hasCustomPrompt="1"/>
          </p:nvPr>
        </p:nvSpPr>
        <p:spPr>
          <a:prstGeom prst="rect">
            <a:avLst/>
          </a:prstGeom>
        </p:spPr>
        <p:txBody>
          <a:bodyPr/>
          <a:lstStyle/>
          <a:p>
            <a:r>
              <a:t>Presentation Subtitle</a:t>
            </a:r>
          </a:p>
          <a:p>
            <a:pPr lvl="1"/>
            <a:endParaRPr/>
          </a:p>
          <a:p>
            <a:pPr lvl="2"/>
            <a:endParaRPr/>
          </a:p>
          <a:p>
            <a:pPr lvl="3"/>
            <a:endParaRPr/>
          </a:p>
          <a:p>
            <a:pPr lvl="4"/>
            <a:endParaRPr/>
          </a:p>
        </p:txBody>
      </p:sp>
      <p:sp>
        <p:nvSpPr>
          <p:cNvPr id="2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Title &amp; Photo">
    <p:bg>
      <p:bgPr>
        <a:solidFill>
          <a:srgbClr val="FFFFFF"/>
        </a:solidFill>
        <a:effectLst/>
      </p:bgPr>
    </p:bg>
    <p:spTree>
      <p:nvGrpSpPr>
        <p:cNvPr id="1" name=""/>
        <p:cNvGrpSpPr/>
        <p:nvPr/>
      </p:nvGrpSpPr>
      <p:grpSpPr>
        <a:xfrm>
          <a:off x="0" y="0"/>
          <a:ext cx="0" cy="0"/>
          <a:chOff x="0" y="0"/>
          <a:chExt cx="0" cy="0"/>
        </a:xfrm>
      </p:grpSpPr>
      <p:sp>
        <p:nvSpPr>
          <p:cNvPr id="27" name="row of seven small retro clocks on a green shelf against a yellow background"/>
          <p:cNvSpPr>
            <a:spLocks noGrp="1"/>
          </p:cNvSpPr>
          <p:nvPr>
            <p:ph type="pic" idx="21"/>
          </p:nvPr>
        </p:nvSpPr>
        <p:spPr>
          <a:xfrm>
            <a:off x="0" y="-2757142"/>
            <a:ext cx="24384000" cy="19230284"/>
          </a:xfrm>
          <a:prstGeom prst="rect">
            <a:avLst/>
          </a:prstGeom>
        </p:spPr>
        <p:txBody>
          <a:bodyPr lIns="91439" tIns="45719" rIns="91439" bIns="45719" anchor="t">
            <a:noAutofit/>
          </a:bodyPr>
          <a:lstStyle/>
          <a:p>
            <a:endParaRPr/>
          </a:p>
        </p:txBody>
      </p:sp>
      <p:sp>
        <p:nvSpPr>
          <p:cNvPr id="28" name="Topic"/>
          <p:cNvSpPr txBox="1">
            <a:spLocks noGrp="1"/>
          </p:cNvSpPr>
          <p:nvPr>
            <p:ph type="body" sz="quarter" idx="22" hasCustomPrompt="1"/>
          </p:nvPr>
        </p:nvSpPr>
        <p:spPr>
          <a:xfrm>
            <a:off x="1181100" y="12364718"/>
            <a:ext cx="4965700" cy="467107"/>
          </a:xfrm>
          <a:prstGeom prst="rect">
            <a:avLst/>
          </a:prstGeom>
        </p:spPr>
        <p:txBody>
          <a:bodyPr anchor="t"/>
          <a:lstStyle>
            <a:lvl1pPr>
              <a:defRPr sz="2200" b="0" cap="all" spc="88">
                <a:solidFill>
                  <a:srgbClr val="FFFFFF"/>
                </a:solidFill>
              </a:defRPr>
            </a:lvl1pPr>
          </a:lstStyle>
          <a:p>
            <a:r>
              <a:t>Topic</a:t>
            </a:r>
          </a:p>
        </p:txBody>
      </p:sp>
      <p:sp>
        <p:nvSpPr>
          <p:cNvPr id="29" name="Location"/>
          <p:cNvSpPr txBox="1">
            <a:spLocks noGrp="1"/>
          </p:cNvSpPr>
          <p:nvPr>
            <p:ph type="body" sz="quarter" idx="23" hasCustomPrompt="1"/>
          </p:nvPr>
        </p:nvSpPr>
        <p:spPr>
          <a:xfrm>
            <a:off x="18237200" y="12364718"/>
            <a:ext cx="4965700" cy="467107"/>
          </a:xfrm>
          <a:prstGeom prst="rect">
            <a:avLst/>
          </a:prstGeom>
        </p:spPr>
        <p:txBody>
          <a:bodyPr anchor="t"/>
          <a:lstStyle>
            <a:lvl1pPr>
              <a:defRPr sz="2200" b="0" cap="all" spc="88">
                <a:solidFill>
                  <a:srgbClr val="FFFFFF"/>
                </a:solidFill>
              </a:defRPr>
            </a:lvl1pPr>
          </a:lstStyle>
          <a:p>
            <a:r>
              <a:t>Location</a:t>
            </a:r>
          </a:p>
        </p:txBody>
      </p:sp>
      <p:sp>
        <p:nvSpPr>
          <p:cNvPr id="30" name="Author and Date"/>
          <p:cNvSpPr txBox="1">
            <a:spLocks noGrp="1"/>
          </p:cNvSpPr>
          <p:nvPr>
            <p:ph type="body" sz="quarter" idx="24" hasCustomPrompt="1"/>
          </p:nvPr>
        </p:nvSpPr>
        <p:spPr>
          <a:xfrm>
            <a:off x="6946900" y="12233909"/>
            <a:ext cx="10490200" cy="706629"/>
          </a:xfrm>
          <a:prstGeom prst="rect">
            <a:avLst/>
          </a:prstGeom>
        </p:spPr>
        <p:txBody>
          <a:bodyPr anchor="t"/>
          <a:lstStyle>
            <a:lvl1pPr>
              <a:defRPr>
                <a:solidFill>
                  <a:srgbClr val="FFFFFF"/>
                </a:solidFill>
              </a:defRPr>
            </a:lvl1pPr>
          </a:lstStyle>
          <a:p>
            <a:r>
              <a:t>Author and Date</a:t>
            </a:r>
          </a:p>
        </p:txBody>
      </p:sp>
      <p:sp>
        <p:nvSpPr>
          <p:cNvPr id="31" name="Line"/>
          <p:cNvSpPr/>
          <p:nvPr/>
        </p:nvSpPr>
        <p:spPr>
          <a:xfrm>
            <a:off x="766879" y="12060766"/>
            <a:ext cx="22850240" cy="1"/>
          </a:xfrm>
          <a:prstGeom prst="line">
            <a:avLst/>
          </a:prstGeom>
          <a:ln w="76200">
            <a:solidFill>
              <a:schemeClr val="accent1"/>
            </a:solidFill>
            <a:miter lim="400000"/>
          </a:ln>
        </p:spPr>
        <p:txBody>
          <a:bodyPr lIns="50800" tIns="50800" rIns="50800" bIns="50800" anchor="ctr"/>
          <a:lstStyle/>
          <a:p>
            <a:pPr algn="ctr" defTabSz="825500">
              <a:spcBef>
                <a:spcPts val="0"/>
              </a:spcBef>
              <a:defRPr sz="3200" b="0" spc="0">
                <a:solidFill>
                  <a:srgbClr val="000000"/>
                </a:solidFill>
                <a:latin typeface="Graphik-Medium"/>
                <a:ea typeface="Graphik-Medium"/>
                <a:cs typeface="Graphik-Medium"/>
                <a:sym typeface="Graphik Medium"/>
              </a:defRPr>
            </a:pPr>
            <a:endParaRPr/>
          </a:p>
        </p:txBody>
      </p:sp>
      <p:sp>
        <p:nvSpPr>
          <p:cNvPr id="32" name="Line"/>
          <p:cNvSpPr/>
          <p:nvPr/>
        </p:nvSpPr>
        <p:spPr>
          <a:xfrm flipV="1">
            <a:off x="6527799" y="12034558"/>
            <a:ext cx="1" cy="1114983"/>
          </a:xfrm>
          <a:prstGeom prst="line">
            <a:avLst/>
          </a:prstGeom>
          <a:ln w="76200">
            <a:solidFill>
              <a:schemeClr val="accent1"/>
            </a:solidFill>
            <a:miter lim="400000"/>
          </a:ln>
        </p:spPr>
        <p:txBody>
          <a:bodyPr lIns="50800" tIns="50800" rIns="50800" bIns="50800" anchor="ctr"/>
          <a:lstStyle/>
          <a:p>
            <a:pPr algn="ctr" defTabSz="825500">
              <a:spcBef>
                <a:spcPts val="0"/>
              </a:spcBef>
              <a:defRPr sz="3200" b="0" spc="0">
                <a:solidFill>
                  <a:srgbClr val="000000"/>
                </a:solidFill>
                <a:latin typeface="Graphik-Medium"/>
                <a:ea typeface="Graphik-Medium"/>
                <a:cs typeface="Graphik-Medium"/>
                <a:sym typeface="Graphik Medium"/>
              </a:defRPr>
            </a:pPr>
            <a:endParaRPr/>
          </a:p>
        </p:txBody>
      </p:sp>
      <p:sp>
        <p:nvSpPr>
          <p:cNvPr id="33" name="Line"/>
          <p:cNvSpPr/>
          <p:nvPr/>
        </p:nvSpPr>
        <p:spPr>
          <a:xfrm flipV="1">
            <a:off x="17856201" y="12034558"/>
            <a:ext cx="1" cy="1114983"/>
          </a:xfrm>
          <a:prstGeom prst="line">
            <a:avLst/>
          </a:prstGeom>
          <a:ln w="76200">
            <a:solidFill>
              <a:schemeClr val="accent1"/>
            </a:solidFill>
            <a:miter lim="400000"/>
          </a:ln>
        </p:spPr>
        <p:txBody>
          <a:bodyPr lIns="50800" tIns="50800" rIns="50800" bIns="50800" anchor="ctr"/>
          <a:lstStyle/>
          <a:p>
            <a:pPr algn="ctr" defTabSz="825500">
              <a:spcBef>
                <a:spcPts val="0"/>
              </a:spcBef>
              <a:defRPr sz="3200" b="0" spc="0">
                <a:solidFill>
                  <a:srgbClr val="000000"/>
                </a:solidFill>
                <a:latin typeface="Graphik-Medium"/>
                <a:ea typeface="Graphik-Medium"/>
                <a:cs typeface="Graphik-Medium"/>
                <a:sym typeface="Graphik Medium"/>
              </a:defRPr>
            </a:pPr>
            <a:endParaRPr/>
          </a:p>
        </p:txBody>
      </p:sp>
      <p:sp>
        <p:nvSpPr>
          <p:cNvPr id="34" name="Line"/>
          <p:cNvSpPr/>
          <p:nvPr/>
        </p:nvSpPr>
        <p:spPr>
          <a:xfrm>
            <a:off x="766879" y="952500"/>
            <a:ext cx="22850242" cy="1"/>
          </a:xfrm>
          <a:prstGeom prst="line">
            <a:avLst/>
          </a:prstGeom>
          <a:ln w="76200">
            <a:solidFill>
              <a:schemeClr val="accent1"/>
            </a:solidFill>
            <a:miter lim="400000"/>
          </a:ln>
        </p:spPr>
        <p:txBody>
          <a:bodyPr lIns="50800" tIns="50800" rIns="50800" bIns="50800" anchor="ctr"/>
          <a:lstStyle/>
          <a:p>
            <a:pPr algn="ctr" defTabSz="825500">
              <a:spcBef>
                <a:spcPts val="0"/>
              </a:spcBef>
              <a:defRPr sz="3200" b="0" spc="0">
                <a:solidFill>
                  <a:srgbClr val="000000"/>
                </a:solidFill>
                <a:latin typeface="Graphik-Medium"/>
                <a:ea typeface="Graphik-Medium"/>
                <a:cs typeface="Graphik-Medium"/>
                <a:sym typeface="Graphik Medium"/>
              </a:defRPr>
            </a:pPr>
            <a:endParaRPr/>
          </a:p>
        </p:txBody>
      </p:sp>
      <p:sp>
        <p:nvSpPr>
          <p:cNvPr id="35" name="Body Level One…"/>
          <p:cNvSpPr txBox="1">
            <a:spLocks noGrp="1"/>
          </p:cNvSpPr>
          <p:nvPr>
            <p:ph type="body" sz="quarter" idx="1" hasCustomPrompt="1"/>
          </p:nvPr>
        </p:nvSpPr>
        <p:spPr>
          <a:xfrm>
            <a:off x="2082800" y="3492500"/>
            <a:ext cx="20205700" cy="1612900"/>
          </a:xfrm>
          <a:prstGeom prst="rect">
            <a:avLst/>
          </a:prstGeom>
        </p:spPr>
        <p:txBody>
          <a:bodyPr/>
          <a:lstStyle>
            <a:lvl1pPr>
              <a:defRPr>
                <a:solidFill>
                  <a:srgbClr val="FFFFFF"/>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r>
              <a:t>Presentation Subtitle</a:t>
            </a:r>
          </a:p>
          <a:p>
            <a:pPr lvl="1"/>
            <a:endParaRPr/>
          </a:p>
          <a:p>
            <a:pPr lvl="2"/>
            <a:endParaRPr/>
          </a:p>
          <a:p>
            <a:pPr lvl="3"/>
            <a:endParaRPr/>
          </a:p>
          <a:p>
            <a:pPr lvl="4"/>
            <a:endParaRPr/>
          </a:p>
        </p:txBody>
      </p:sp>
      <p:sp>
        <p:nvSpPr>
          <p:cNvPr id="36" name="Presentation Title"/>
          <p:cNvSpPr txBox="1">
            <a:spLocks noGrp="1"/>
          </p:cNvSpPr>
          <p:nvPr>
            <p:ph type="title" hasCustomPrompt="1"/>
          </p:nvPr>
        </p:nvSpPr>
        <p:spPr>
          <a:prstGeom prst="rect">
            <a:avLst/>
          </a:prstGeom>
        </p:spPr>
        <p:txBody>
          <a:bodyPr/>
          <a:lstStyle/>
          <a:p>
            <a:r>
              <a:t>Presentation Title</a:t>
            </a:r>
          </a:p>
        </p:txBody>
      </p:sp>
      <p:sp>
        <p:nvSpPr>
          <p:cNvPr id="37" name="Slide Number"/>
          <p:cNvSpPr txBox="1">
            <a:spLocks noGrp="1"/>
          </p:cNvSpPr>
          <p:nvPr>
            <p:ph type="sldNum" sz="quarter" idx="2"/>
          </p:nvPr>
        </p:nvSpPr>
        <p:spPr>
          <a:prstGeom prst="rect">
            <a:avLst/>
          </a:prstGeom>
        </p:spPr>
        <p:txBody>
          <a:bodyPr/>
          <a:lstStyle>
            <a:lvl1pPr>
              <a:defRPr>
                <a:solidFill>
                  <a:srgbClr val="5E5E5E"/>
                </a:solidFill>
              </a:defRPr>
            </a:lvl1p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itle &amp; Photo Alt">
    <p:bg>
      <p:bgPr>
        <a:solidFill>
          <a:srgbClr val="FFF5F2"/>
        </a:solidFill>
        <a:effectLst/>
      </p:bgPr>
    </p:bg>
    <p:spTree>
      <p:nvGrpSpPr>
        <p:cNvPr id="1" name=""/>
        <p:cNvGrpSpPr/>
        <p:nvPr/>
      </p:nvGrpSpPr>
      <p:grpSpPr>
        <a:xfrm>
          <a:off x="0" y="0"/>
          <a:ext cx="0" cy="0"/>
          <a:chOff x="0" y="0"/>
          <a:chExt cx="0" cy="0"/>
        </a:xfrm>
      </p:grpSpPr>
      <p:sp>
        <p:nvSpPr>
          <p:cNvPr id="44" name="Body Level One…"/>
          <p:cNvSpPr txBox="1">
            <a:spLocks noGrp="1"/>
          </p:cNvSpPr>
          <p:nvPr>
            <p:ph type="body" sz="quarter" idx="1" hasCustomPrompt="1"/>
          </p:nvPr>
        </p:nvSpPr>
        <p:spPr>
          <a:xfrm>
            <a:off x="1270000" y="8015916"/>
            <a:ext cx="11785600" cy="3848101"/>
          </a:xfrm>
          <a:prstGeom prst="rect">
            <a:avLst/>
          </a:prstGeom>
        </p:spPr>
        <p:txBody>
          <a:bodyPr anchor="t"/>
          <a:lstStyle>
            <a:lvl1pPr>
              <a:defRPr>
                <a:solidFill>
                  <a:srgbClr val="8AACB9"/>
                </a:solidFill>
              </a:defRPr>
            </a:lvl1pPr>
            <a:lvl2pPr>
              <a:defRPr>
                <a:solidFill>
                  <a:srgbClr val="8AACB9"/>
                </a:solidFill>
              </a:defRPr>
            </a:lvl2pPr>
            <a:lvl3pPr>
              <a:defRPr>
                <a:solidFill>
                  <a:srgbClr val="8AACB9"/>
                </a:solidFill>
              </a:defRPr>
            </a:lvl3pPr>
            <a:lvl4pPr>
              <a:defRPr>
                <a:solidFill>
                  <a:srgbClr val="8AACB9"/>
                </a:solidFill>
              </a:defRPr>
            </a:lvl4pPr>
            <a:lvl5pPr>
              <a:defRPr>
                <a:solidFill>
                  <a:srgbClr val="8AACB9"/>
                </a:solidFill>
              </a:defRPr>
            </a:lvl5pPr>
          </a:lstStyle>
          <a:p>
            <a:r>
              <a:t>Slide Subtitle</a:t>
            </a:r>
          </a:p>
          <a:p>
            <a:pPr lvl="1"/>
            <a:endParaRPr/>
          </a:p>
          <a:p>
            <a:pPr lvl="2"/>
            <a:endParaRPr/>
          </a:p>
          <a:p>
            <a:pPr lvl="3"/>
            <a:endParaRPr/>
          </a:p>
          <a:p>
            <a:pPr lvl="4"/>
            <a:endParaRPr/>
          </a:p>
        </p:txBody>
      </p:sp>
      <p:sp>
        <p:nvSpPr>
          <p:cNvPr id="45" name="Slide Title"/>
          <p:cNvSpPr txBox="1">
            <a:spLocks noGrp="1"/>
          </p:cNvSpPr>
          <p:nvPr>
            <p:ph type="title" hasCustomPrompt="1"/>
          </p:nvPr>
        </p:nvSpPr>
        <p:spPr>
          <a:xfrm>
            <a:off x="1270000" y="4925417"/>
            <a:ext cx="11785600" cy="2933701"/>
          </a:xfrm>
          <a:prstGeom prst="rect">
            <a:avLst/>
          </a:prstGeom>
        </p:spPr>
        <p:txBody>
          <a:bodyPr anchor="b"/>
          <a:lstStyle>
            <a:lvl1pPr>
              <a:defRPr sz="9000" spc="270">
                <a:solidFill>
                  <a:schemeClr val="accent6"/>
                </a:solidFill>
              </a:defRPr>
            </a:lvl1pPr>
          </a:lstStyle>
          <a:p>
            <a:r>
              <a:t>Slide Title</a:t>
            </a:r>
          </a:p>
        </p:txBody>
      </p:sp>
      <p:sp>
        <p:nvSpPr>
          <p:cNvPr id="46" name="Pink typewriter on a pink three-drawer dresser in front of a pink wall"/>
          <p:cNvSpPr>
            <a:spLocks noGrp="1"/>
          </p:cNvSpPr>
          <p:nvPr>
            <p:ph type="pic" idx="21"/>
          </p:nvPr>
        </p:nvSpPr>
        <p:spPr>
          <a:xfrm>
            <a:off x="12801600" y="1895696"/>
            <a:ext cx="17642204" cy="9924608"/>
          </a:xfrm>
          <a:prstGeom prst="rect">
            <a:avLst/>
          </a:prstGeom>
          <a:ln w="114300">
            <a:solidFill>
              <a:srgbClr val="FFFFFF"/>
            </a:solidFill>
          </a:ln>
        </p:spPr>
        <p:txBody>
          <a:bodyPr lIns="91439" tIns="45719" rIns="91439" bIns="45719" anchor="t">
            <a:noAutofit/>
          </a:bodyPr>
          <a:lstStyle/>
          <a:p>
            <a:endParaRPr/>
          </a:p>
        </p:txBody>
      </p:sp>
      <p:sp>
        <p:nvSpPr>
          <p:cNvPr id="47" name="Line"/>
          <p:cNvSpPr/>
          <p:nvPr/>
        </p:nvSpPr>
        <p:spPr>
          <a:xfrm>
            <a:off x="757217" y="12603828"/>
            <a:ext cx="22862943" cy="1"/>
          </a:xfrm>
          <a:prstGeom prst="line">
            <a:avLst/>
          </a:prstGeom>
          <a:ln w="76200">
            <a:solidFill>
              <a:schemeClr val="accent6">
                <a:hueOff val="61929"/>
                <a:satOff val="10820"/>
                <a:lumOff val="-8848"/>
              </a:schemeClr>
            </a:solidFill>
            <a:miter lim="400000"/>
          </a:ln>
        </p:spPr>
        <p:txBody>
          <a:bodyPr lIns="50800" tIns="50800" rIns="50800" bIns="50800" anchor="ctr"/>
          <a:lstStyle/>
          <a:p>
            <a:pPr algn="ctr" defTabSz="825500">
              <a:spcBef>
                <a:spcPts val="0"/>
              </a:spcBef>
              <a:defRPr sz="3200" b="0" spc="0">
                <a:solidFill>
                  <a:srgbClr val="000000"/>
                </a:solidFill>
                <a:latin typeface="Graphik-Medium"/>
                <a:ea typeface="Graphik-Medium"/>
                <a:cs typeface="Graphik-Medium"/>
                <a:sym typeface="Graphik Medium"/>
              </a:defRPr>
            </a:pPr>
            <a:endParaRPr/>
          </a:p>
        </p:txBody>
      </p:sp>
      <p:sp>
        <p:nvSpPr>
          <p:cNvPr id="48" name="Line"/>
          <p:cNvSpPr/>
          <p:nvPr/>
        </p:nvSpPr>
        <p:spPr>
          <a:xfrm flipV="1">
            <a:off x="762000" y="952499"/>
            <a:ext cx="22860003" cy="2"/>
          </a:xfrm>
          <a:prstGeom prst="line">
            <a:avLst/>
          </a:prstGeom>
          <a:ln w="76200">
            <a:solidFill>
              <a:schemeClr val="accent6">
                <a:hueOff val="61929"/>
                <a:satOff val="10820"/>
                <a:lumOff val="-8848"/>
              </a:schemeClr>
            </a:solidFill>
            <a:miter lim="400000"/>
          </a:ln>
        </p:spPr>
        <p:txBody>
          <a:bodyPr lIns="50800" tIns="50800" rIns="50800" bIns="50800" anchor="ctr"/>
          <a:lstStyle/>
          <a:p>
            <a:pPr algn="ctr" defTabSz="825500">
              <a:spcBef>
                <a:spcPts val="0"/>
              </a:spcBef>
              <a:defRPr sz="3200" b="0" spc="0">
                <a:solidFill>
                  <a:srgbClr val="000000"/>
                </a:solidFill>
                <a:latin typeface="Graphik-Medium"/>
                <a:ea typeface="Graphik-Medium"/>
                <a:cs typeface="Graphik-Medium"/>
                <a:sym typeface="Graphik Medium"/>
              </a:defRPr>
            </a:pPr>
            <a:endParaRPr/>
          </a:p>
        </p:txBody>
      </p:sp>
      <p:sp>
        <p:nvSpPr>
          <p:cNvPr id="49" name="Slide Number"/>
          <p:cNvSpPr txBox="1">
            <a:spLocks noGrp="1"/>
          </p:cNvSpPr>
          <p:nvPr>
            <p:ph type="sldNum" sz="quarter" idx="2"/>
          </p:nvPr>
        </p:nvSpPr>
        <p:spPr>
          <a:xfrm>
            <a:off x="11990323" y="12890500"/>
            <a:ext cx="416053" cy="467107"/>
          </a:xfrm>
          <a:prstGeom prst="rect">
            <a:avLst/>
          </a:prstGeom>
        </p:spPr>
        <p:txBody>
          <a:bodyPr/>
          <a:lstStyle>
            <a:lvl1pPr>
              <a:defRPr>
                <a:solidFill>
                  <a:srgbClr val="5E5E5E"/>
                </a:solidFill>
              </a:defRPr>
            </a:lvl1p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Title &amp; Bullets">
    <p:bg>
      <p:bgPr>
        <a:solidFill>
          <a:srgbClr val="FFF5F2"/>
        </a:solidFill>
        <a:effectLst/>
      </p:bgPr>
    </p:bg>
    <p:spTree>
      <p:nvGrpSpPr>
        <p:cNvPr id="1" name=""/>
        <p:cNvGrpSpPr/>
        <p:nvPr/>
      </p:nvGrpSpPr>
      <p:grpSpPr>
        <a:xfrm>
          <a:off x="0" y="0"/>
          <a:ext cx="0" cy="0"/>
          <a:chOff x="0" y="0"/>
          <a:chExt cx="0" cy="0"/>
        </a:xfrm>
      </p:grpSpPr>
      <p:sp>
        <p:nvSpPr>
          <p:cNvPr id="56" name="Body Level One…"/>
          <p:cNvSpPr txBox="1">
            <a:spLocks noGrp="1"/>
          </p:cNvSpPr>
          <p:nvPr>
            <p:ph type="body" sz="half" idx="1" hasCustomPrompt="1"/>
          </p:nvPr>
        </p:nvSpPr>
        <p:spPr>
          <a:xfrm>
            <a:off x="2082800" y="4195233"/>
            <a:ext cx="20207127" cy="6282059"/>
          </a:xfrm>
          <a:prstGeom prst="rect">
            <a:avLst/>
          </a:prstGeom>
        </p:spPr>
        <p:txBody>
          <a:bodyPr anchor="t"/>
          <a:lstStyle>
            <a:lvl1pPr marL="635000" indent="-635000" algn="l" defTabSz="355600">
              <a:lnSpc>
                <a:spcPct val="100000"/>
              </a:lnSpc>
              <a:spcBef>
                <a:spcPts val="4300"/>
              </a:spcBef>
              <a:buSzPct val="100000"/>
              <a:buBlip>
                <a:blip r:embed="rId2"/>
              </a:buBlip>
              <a:defRPr spc="36">
                <a:solidFill>
                  <a:schemeClr val="accent1">
                    <a:satOff val="36598"/>
                    <a:lumOff val="-17227"/>
                  </a:schemeClr>
                </a:solidFill>
              </a:defRPr>
            </a:lvl1pPr>
            <a:lvl2pPr marL="1270000" indent="-635000" algn="l" defTabSz="355600">
              <a:lnSpc>
                <a:spcPct val="100000"/>
              </a:lnSpc>
              <a:spcBef>
                <a:spcPts val="4300"/>
              </a:spcBef>
              <a:buSzPct val="100000"/>
              <a:buBlip>
                <a:blip r:embed="rId2"/>
              </a:buBlip>
              <a:defRPr spc="36">
                <a:solidFill>
                  <a:schemeClr val="accent1">
                    <a:satOff val="36598"/>
                    <a:lumOff val="-17227"/>
                  </a:schemeClr>
                </a:solidFill>
              </a:defRPr>
            </a:lvl2pPr>
            <a:lvl3pPr marL="1905000" indent="-635000" algn="l" defTabSz="355600">
              <a:lnSpc>
                <a:spcPct val="100000"/>
              </a:lnSpc>
              <a:spcBef>
                <a:spcPts val="4300"/>
              </a:spcBef>
              <a:buSzPct val="100000"/>
              <a:buBlip>
                <a:blip r:embed="rId2"/>
              </a:buBlip>
              <a:defRPr spc="36">
                <a:solidFill>
                  <a:schemeClr val="accent1">
                    <a:satOff val="36598"/>
                    <a:lumOff val="-17227"/>
                  </a:schemeClr>
                </a:solidFill>
              </a:defRPr>
            </a:lvl3pPr>
            <a:lvl4pPr marL="2540000" indent="-635000" algn="l" defTabSz="355600">
              <a:lnSpc>
                <a:spcPct val="100000"/>
              </a:lnSpc>
              <a:spcBef>
                <a:spcPts val="4300"/>
              </a:spcBef>
              <a:buSzPct val="100000"/>
              <a:buBlip>
                <a:blip r:embed="rId2"/>
              </a:buBlip>
              <a:defRPr spc="36">
                <a:solidFill>
                  <a:schemeClr val="accent1">
                    <a:satOff val="36598"/>
                    <a:lumOff val="-17227"/>
                  </a:schemeClr>
                </a:solidFill>
              </a:defRPr>
            </a:lvl4pPr>
            <a:lvl5pPr marL="3175000" indent="-635000" algn="l" defTabSz="355600">
              <a:lnSpc>
                <a:spcPct val="100000"/>
              </a:lnSpc>
              <a:spcBef>
                <a:spcPts val="4300"/>
              </a:spcBef>
              <a:buSzPct val="100000"/>
              <a:buBlip>
                <a:blip r:embed="rId2"/>
              </a:buBlip>
              <a:defRPr spc="36">
                <a:solidFill>
                  <a:schemeClr val="accent1">
                    <a:satOff val="36598"/>
                    <a:lumOff val="-17227"/>
                  </a:schemeClr>
                </a:solidFill>
              </a:defRPr>
            </a:lvl5pPr>
          </a:lstStyle>
          <a:p>
            <a:r>
              <a:t>Slide bullet text</a:t>
            </a:r>
          </a:p>
          <a:p>
            <a:pPr lvl="1"/>
            <a:endParaRPr/>
          </a:p>
          <a:p>
            <a:pPr lvl="2"/>
            <a:endParaRPr/>
          </a:p>
          <a:p>
            <a:pPr lvl="3"/>
            <a:endParaRPr/>
          </a:p>
          <a:p>
            <a:pPr lvl="4"/>
            <a:endParaRPr/>
          </a:p>
        </p:txBody>
      </p:sp>
      <p:sp>
        <p:nvSpPr>
          <p:cNvPr id="57" name="Line"/>
          <p:cNvSpPr/>
          <p:nvPr/>
        </p:nvSpPr>
        <p:spPr>
          <a:xfrm>
            <a:off x="766879" y="952500"/>
            <a:ext cx="22850242" cy="1"/>
          </a:xfrm>
          <a:prstGeom prst="line">
            <a:avLst/>
          </a:prstGeom>
          <a:ln w="76200">
            <a:solidFill>
              <a:schemeClr val="accent6">
                <a:hueOff val="61929"/>
                <a:satOff val="10820"/>
                <a:lumOff val="-8848"/>
              </a:schemeClr>
            </a:solidFill>
            <a:miter lim="400000"/>
          </a:ln>
        </p:spPr>
        <p:txBody>
          <a:bodyPr lIns="50800" tIns="50800" rIns="50800" bIns="50800" anchor="ctr"/>
          <a:lstStyle/>
          <a:p>
            <a:pPr algn="ctr" defTabSz="825500">
              <a:spcBef>
                <a:spcPts val="0"/>
              </a:spcBef>
              <a:defRPr sz="3200" b="0" spc="0">
                <a:solidFill>
                  <a:srgbClr val="000000"/>
                </a:solidFill>
                <a:latin typeface="Graphik-Medium"/>
                <a:ea typeface="Graphik-Medium"/>
                <a:cs typeface="Graphik-Medium"/>
                <a:sym typeface="Graphik Medium"/>
              </a:defRPr>
            </a:pPr>
            <a:endParaRPr/>
          </a:p>
        </p:txBody>
      </p:sp>
      <p:sp>
        <p:nvSpPr>
          <p:cNvPr id="58" name="Line"/>
          <p:cNvSpPr/>
          <p:nvPr/>
        </p:nvSpPr>
        <p:spPr>
          <a:xfrm>
            <a:off x="757217" y="12603828"/>
            <a:ext cx="22862943" cy="1"/>
          </a:xfrm>
          <a:prstGeom prst="line">
            <a:avLst/>
          </a:prstGeom>
          <a:ln w="76200">
            <a:solidFill>
              <a:schemeClr val="accent6">
                <a:hueOff val="61929"/>
                <a:satOff val="10820"/>
                <a:lumOff val="-8848"/>
              </a:schemeClr>
            </a:solidFill>
            <a:miter lim="400000"/>
          </a:ln>
        </p:spPr>
        <p:txBody>
          <a:bodyPr lIns="50800" tIns="50800" rIns="50800" bIns="50800" anchor="ctr"/>
          <a:lstStyle/>
          <a:p>
            <a:pPr algn="ctr" defTabSz="825500">
              <a:spcBef>
                <a:spcPts val="0"/>
              </a:spcBef>
              <a:defRPr sz="3200" b="0" spc="0">
                <a:solidFill>
                  <a:srgbClr val="000000"/>
                </a:solidFill>
                <a:latin typeface="Graphik-Medium"/>
                <a:ea typeface="Graphik-Medium"/>
                <a:cs typeface="Graphik-Medium"/>
                <a:sym typeface="Graphik Medium"/>
              </a:defRPr>
            </a:pPr>
            <a:endParaRPr/>
          </a:p>
        </p:txBody>
      </p:sp>
      <p:sp>
        <p:nvSpPr>
          <p:cNvPr id="59" name="Slide Title"/>
          <p:cNvSpPr txBox="1">
            <a:spLocks noGrp="1"/>
          </p:cNvSpPr>
          <p:nvPr>
            <p:ph type="title" hasCustomPrompt="1"/>
          </p:nvPr>
        </p:nvSpPr>
        <p:spPr>
          <a:xfrm>
            <a:off x="2088436" y="1282700"/>
            <a:ext cx="20207128" cy="1649711"/>
          </a:xfrm>
          <a:prstGeom prst="rect">
            <a:avLst/>
          </a:prstGeom>
        </p:spPr>
        <p:txBody>
          <a:bodyPr/>
          <a:lstStyle>
            <a:lvl1pPr>
              <a:defRPr sz="9000" spc="270">
                <a:solidFill>
                  <a:schemeClr val="accent6"/>
                </a:solidFill>
              </a:defRPr>
            </a:lvl1pPr>
          </a:lstStyle>
          <a:p>
            <a:r>
              <a:t>Slide Title</a:t>
            </a:r>
          </a:p>
        </p:txBody>
      </p:sp>
      <p:sp>
        <p:nvSpPr>
          <p:cNvPr id="60" name="Slide Number"/>
          <p:cNvSpPr txBox="1">
            <a:spLocks noGrp="1"/>
          </p:cNvSpPr>
          <p:nvPr>
            <p:ph type="sldNum" sz="quarter" idx="2"/>
          </p:nvPr>
        </p:nvSpPr>
        <p:spPr>
          <a:xfrm>
            <a:off x="11990323" y="12890500"/>
            <a:ext cx="416053" cy="467107"/>
          </a:xfrm>
          <a:prstGeom prst="rect">
            <a:avLst/>
          </a:prstGeom>
        </p:spPr>
        <p:txBody>
          <a:bodyPr/>
          <a:lstStyle>
            <a:lvl1pPr>
              <a:defRPr>
                <a:solidFill>
                  <a:srgbClr val="5E5E5E"/>
                </a:solidFill>
              </a:defRPr>
            </a:lvl1p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Bullets">
    <p:bg>
      <p:bgPr>
        <a:solidFill>
          <a:srgbClr val="FFF5F2"/>
        </a:solidFill>
        <a:effectLst/>
      </p:bgPr>
    </p:bg>
    <p:spTree>
      <p:nvGrpSpPr>
        <p:cNvPr id="1" name=""/>
        <p:cNvGrpSpPr/>
        <p:nvPr/>
      </p:nvGrpSpPr>
      <p:grpSpPr>
        <a:xfrm>
          <a:off x="0" y="0"/>
          <a:ext cx="0" cy="0"/>
          <a:chOff x="0" y="0"/>
          <a:chExt cx="0" cy="0"/>
        </a:xfrm>
      </p:grpSpPr>
      <p:sp>
        <p:nvSpPr>
          <p:cNvPr id="67" name="Body Level One…"/>
          <p:cNvSpPr txBox="1">
            <a:spLocks noGrp="1"/>
          </p:cNvSpPr>
          <p:nvPr>
            <p:ph type="body" sz="half" idx="1" hasCustomPrompt="1"/>
          </p:nvPr>
        </p:nvSpPr>
        <p:spPr>
          <a:xfrm>
            <a:off x="2082800" y="4195233"/>
            <a:ext cx="20207127" cy="6282059"/>
          </a:xfrm>
          <a:prstGeom prst="rect">
            <a:avLst/>
          </a:prstGeom>
        </p:spPr>
        <p:txBody>
          <a:bodyPr numCol="2" spcCol="1289181" anchor="t"/>
          <a:lstStyle>
            <a:lvl1pPr marL="635000" indent="-635000" algn="l" defTabSz="355600">
              <a:lnSpc>
                <a:spcPct val="100000"/>
              </a:lnSpc>
              <a:spcBef>
                <a:spcPts val="4300"/>
              </a:spcBef>
              <a:buSzPct val="100000"/>
              <a:buBlip>
                <a:blip r:embed="rId2"/>
              </a:buBlip>
              <a:defRPr spc="36">
                <a:solidFill>
                  <a:schemeClr val="accent1">
                    <a:satOff val="36598"/>
                    <a:lumOff val="-17227"/>
                  </a:schemeClr>
                </a:solidFill>
              </a:defRPr>
            </a:lvl1pPr>
            <a:lvl2pPr marL="1270000" indent="-635000" algn="l" defTabSz="355600">
              <a:lnSpc>
                <a:spcPct val="100000"/>
              </a:lnSpc>
              <a:spcBef>
                <a:spcPts val="4300"/>
              </a:spcBef>
              <a:buSzPct val="100000"/>
              <a:buBlip>
                <a:blip r:embed="rId2"/>
              </a:buBlip>
              <a:defRPr spc="36">
                <a:solidFill>
                  <a:schemeClr val="accent1">
                    <a:satOff val="36598"/>
                    <a:lumOff val="-17227"/>
                  </a:schemeClr>
                </a:solidFill>
              </a:defRPr>
            </a:lvl2pPr>
            <a:lvl3pPr marL="1905000" indent="-635000" algn="l" defTabSz="355600">
              <a:lnSpc>
                <a:spcPct val="100000"/>
              </a:lnSpc>
              <a:spcBef>
                <a:spcPts val="4300"/>
              </a:spcBef>
              <a:buSzPct val="100000"/>
              <a:buBlip>
                <a:blip r:embed="rId2"/>
              </a:buBlip>
              <a:defRPr spc="36">
                <a:solidFill>
                  <a:schemeClr val="accent1">
                    <a:satOff val="36598"/>
                    <a:lumOff val="-17227"/>
                  </a:schemeClr>
                </a:solidFill>
              </a:defRPr>
            </a:lvl3pPr>
            <a:lvl4pPr marL="2540000" indent="-635000" algn="l" defTabSz="355600">
              <a:lnSpc>
                <a:spcPct val="100000"/>
              </a:lnSpc>
              <a:spcBef>
                <a:spcPts val="4300"/>
              </a:spcBef>
              <a:buSzPct val="100000"/>
              <a:buBlip>
                <a:blip r:embed="rId2"/>
              </a:buBlip>
              <a:defRPr spc="36">
                <a:solidFill>
                  <a:schemeClr val="accent1">
                    <a:satOff val="36598"/>
                    <a:lumOff val="-17227"/>
                  </a:schemeClr>
                </a:solidFill>
              </a:defRPr>
            </a:lvl4pPr>
            <a:lvl5pPr marL="3175000" indent="-635000" algn="l" defTabSz="355600">
              <a:lnSpc>
                <a:spcPct val="100000"/>
              </a:lnSpc>
              <a:spcBef>
                <a:spcPts val="4300"/>
              </a:spcBef>
              <a:buSzPct val="100000"/>
              <a:buBlip>
                <a:blip r:embed="rId2"/>
              </a:buBlip>
              <a:defRPr spc="36">
                <a:solidFill>
                  <a:schemeClr val="accent1">
                    <a:satOff val="36598"/>
                    <a:lumOff val="-17227"/>
                  </a:schemeClr>
                </a:solidFill>
              </a:defRPr>
            </a:lvl5pPr>
          </a:lstStyle>
          <a:p>
            <a:r>
              <a:t>Slide bullet text</a:t>
            </a:r>
          </a:p>
          <a:p>
            <a:pPr lvl="1"/>
            <a:endParaRPr/>
          </a:p>
          <a:p>
            <a:pPr lvl="2"/>
            <a:endParaRPr/>
          </a:p>
          <a:p>
            <a:pPr lvl="3"/>
            <a:endParaRPr/>
          </a:p>
          <a:p>
            <a:pPr lvl="4"/>
            <a:endParaRPr/>
          </a:p>
        </p:txBody>
      </p:sp>
      <p:sp>
        <p:nvSpPr>
          <p:cNvPr id="68" name="Line"/>
          <p:cNvSpPr/>
          <p:nvPr/>
        </p:nvSpPr>
        <p:spPr>
          <a:xfrm>
            <a:off x="766879" y="952500"/>
            <a:ext cx="22850242" cy="1"/>
          </a:xfrm>
          <a:prstGeom prst="line">
            <a:avLst/>
          </a:prstGeom>
          <a:ln w="76200">
            <a:solidFill>
              <a:schemeClr val="accent6">
                <a:hueOff val="61929"/>
                <a:satOff val="10820"/>
                <a:lumOff val="-8848"/>
              </a:schemeClr>
            </a:solidFill>
            <a:miter lim="400000"/>
          </a:ln>
        </p:spPr>
        <p:txBody>
          <a:bodyPr lIns="50800" tIns="50800" rIns="50800" bIns="50800" anchor="ctr"/>
          <a:lstStyle/>
          <a:p>
            <a:pPr algn="ctr" defTabSz="825500">
              <a:spcBef>
                <a:spcPts val="0"/>
              </a:spcBef>
              <a:defRPr sz="3200" b="0" spc="0">
                <a:solidFill>
                  <a:srgbClr val="000000"/>
                </a:solidFill>
                <a:latin typeface="Graphik-Medium"/>
                <a:ea typeface="Graphik-Medium"/>
                <a:cs typeface="Graphik-Medium"/>
                <a:sym typeface="Graphik Medium"/>
              </a:defRPr>
            </a:pPr>
            <a:endParaRPr/>
          </a:p>
        </p:txBody>
      </p:sp>
      <p:sp>
        <p:nvSpPr>
          <p:cNvPr id="69" name="Line"/>
          <p:cNvSpPr/>
          <p:nvPr/>
        </p:nvSpPr>
        <p:spPr>
          <a:xfrm>
            <a:off x="757217" y="12603828"/>
            <a:ext cx="22862943" cy="1"/>
          </a:xfrm>
          <a:prstGeom prst="line">
            <a:avLst/>
          </a:prstGeom>
          <a:ln w="76200">
            <a:solidFill>
              <a:schemeClr val="accent6">
                <a:hueOff val="61929"/>
                <a:satOff val="10820"/>
                <a:lumOff val="-8848"/>
              </a:schemeClr>
            </a:solidFill>
            <a:miter lim="400000"/>
          </a:ln>
        </p:spPr>
        <p:txBody>
          <a:bodyPr lIns="50800" tIns="50800" rIns="50800" bIns="50800" anchor="ctr"/>
          <a:lstStyle/>
          <a:p>
            <a:pPr algn="ctr" defTabSz="825500">
              <a:spcBef>
                <a:spcPts val="0"/>
              </a:spcBef>
              <a:defRPr sz="3200" b="0" spc="0">
                <a:solidFill>
                  <a:srgbClr val="000000"/>
                </a:solidFill>
                <a:latin typeface="Graphik-Medium"/>
                <a:ea typeface="Graphik-Medium"/>
                <a:cs typeface="Graphik-Medium"/>
                <a:sym typeface="Graphik Medium"/>
              </a:defRPr>
            </a:pPr>
            <a:endParaRPr/>
          </a:p>
        </p:txBody>
      </p:sp>
      <p:sp>
        <p:nvSpPr>
          <p:cNvPr id="70" name="Slide Number"/>
          <p:cNvSpPr txBox="1">
            <a:spLocks noGrp="1"/>
          </p:cNvSpPr>
          <p:nvPr>
            <p:ph type="sldNum" sz="quarter" idx="2"/>
          </p:nvPr>
        </p:nvSpPr>
        <p:spPr>
          <a:xfrm>
            <a:off x="11990323" y="12890500"/>
            <a:ext cx="416053" cy="467107"/>
          </a:xfrm>
          <a:prstGeom prst="rect">
            <a:avLst/>
          </a:prstGeom>
        </p:spPr>
        <p:txBody>
          <a:bodyPr/>
          <a:lstStyle>
            <a:lvl1pPr>
              <a:defRPr>
                <a:solidFill>
                  <a:srgbClr val="5E5E5E"/>
                </a:solidFill>
              </a:defRPr>
            </a:lvl1p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Title, Bullets &amp; Photo">
    <p:bg>
      <p:bgPr>
        <a:solidFill>
          <a:srgbClr val="FFF5F2"/>
        </a:solidFill>
        <a:effectLst/>
      </p:bgPr>
    </p:bg>
    <p:spTree>
      <p:nvGrpSpPr>
        <p:cNvPr id="1" name=""/>
        <p:cNvGrpSpPr/>
        <p:nvPr/>
      </p:nvGrpSpPr>
      <p:grpSpPr>
        <a:xfrm>
          <a:off x="0" y="0"/>
          <a:ext cx="0" cy="0"/>
          <a:chOff x="0" y="0"/>
          <a:chExt cx="0" cy="0"/>
        </a:xfrm>
      </p:grpSpPr>
      <p:sp>
        <p:nvSpPr>
          <p:cNvPr id="77" name="Slide Title"/>
          <p:cNvSpPr txBox="1">
            <a:spLocks noGrp="1"/>
          </p:cNvSpPr>
          <p:nvPr>
            <p:ph type="title" hasCustomPrompt="1"/>
          </p:nvPr>
        </p:nvSpPr>
        <p:spPr>
          <a:xfrm>
            <a:off x="1270000" y="1851223"/>
            <a:ext cx="11785600" cy="4084936"/>
          </a:xfrm>
          <a:prstGeom prst="rect">
            <a:avLst/>
          </a:prstGeom>
        </p:spPr>
        <p:txBody>
          <a:bodyPr anchor="b"/>
          <a:lstStyle>
            <a:lvl1pPr>
              <a:defRPr sz="9000" spc="270">
                <a:solidFill>
                  <a:schemeClr val="accent6"/>
                </a:solidFill>
              </a:defRPr>
            </a:lvl1pPr>
          </a:lstStyle>
          <a:p>
            <a:r>
              <a:t>Slide Title</a:t>
            </a:r>
          </a:p>
        </p:txBody>
      </p:sp>
      <p:sp>
        <p:nvSpPr>
          <p:cNvPr id="78" name="Body Level One…"/>
          <p:cNvSpPr txBox="1">
            <a:spLocks noGrp="1"/>
          </p:cNvSpPr>
          <p:nvPr>
            <p:ph type="body" sz="quarter" idx="1" hasCustomPrompt="1"/>
          </p:nvPr>
        </p:nvSpPr>
        <p:spPr>
          <a:xfrm>
            <a:off x="2088435" y="6720284"/>
            <a:ext cx="10972801" cy="5467169"/>
          </a:xfrm>
          <a:prstGeom prst="rect">
            <a:avLst/>
          </a:prstGeom>
        </p:spPr>
        <p:txBody>
          <a:bodyPr anchor="t"/>
          <a:lstStyle>
            <a:lvl1pPr marL="635000" indent="-635000" algn="l" defTabSz="355600">
              <a:lnSpc>
                <a:spcPct val="100000"/>
              </a:lnSpc>
              <a:spcBef>
                <a:spcPts val="4300"/>
              </a:spcBef>
              <a:buSzPct val="100000"/>
              <a:buBlip>
                <a:blip r:embed="rId2"/>
              </a:buBlip>
              <a:defRPr spc="36">
                <a:solidFill>
                  <a:schemeClr val="accent1">
                    <a:satOff val="36598"/>
                    <a:lumOff val="-17227"/>
                  </a:schemeClr>
                </a:solidFill>
              </a:defRPr>
            </a:lvl1pPr>
            <a:lvl2pPr marL="1270000" indent="-635000" algn="l" defTabSz="355600">
              <a:lnSpc>
                <a:spcPct val="100000"/>
              </a:lnSpc>
              <a:spcBef>
                <a:spcPts val="4300"/>
              </a:spcBef>
              <a:buSzPct val="100000"/>
              <a:buBlip>
                <a:blip r:embed="rId2"/>
              </a:buBlip>
              <a:defRPr spc="36">
                <a:solidFill>
                  <a:schemeClr val="accent1">
                    <a:satOff val="36598"/>
                    <a:lumOff val="-17227"/>
                  </a:schemeClr>
                </a:solidFill>
              </a:defRPr>
            </a:lvl2pPr>
            <a:lvl3pPr marL="1905000" indent="-635000" algn="l" defTabSz="355600">
              <a:lnSpc>
                <a:spcPct val="100000"/>
              </a:lnSpc>
              <a:spcBef>
                <a:spcPts val="4300"/>
              </a:spcBef>
              <a:buSzPct val="100000"/>
              <a:buBlip>
                <a:blip r:embed="rId2"/>
              </a:buBlip>
              <a:defRPr spc="36">
                <a:solidFill>
                  <a:schemeClr val="accent1">
                    <a:satOff val="36598"/>
                    <a:lumOff val="-17227"/>
                  </a:schemeClr>
                </a:solidFill>
              </a:defRPr>
            </a:lvl3pPr>
            <a:lvl4pPr marL="2540000" indent="-635000" algn="l" defTabSz="355600">
              <a:lnSpc>
                <a:spcPct val="100000"/>
              </a:lnSpc>
              <a:spcBef>
                <a:spcPts val="4300"/>
              </a:spcBef>
              <a:buSzPct val="100000"/>
              <a:buBlip>
                <a:blip r:embed="rId2"/>
              </a:buBlip>
              <a:defRPr spc="36">
                <a:solidFill>
                  <a:schemeClr val="accent1">
                    <a:satOff val="36598"/>
                    <a:lumOff val="-17227"/>
                  </a:schemeClr>
                </a:solidFill>
              </a:defRPr>
            </a:lvl4pPr>
            <a:lvl5pPr marL="3175000" indent="-635000" algn="l" defTabSz="355600">
              <a:lnSpc>
                <a:spcPct val="100000"/>
              </a:lnSpc>
              <a:spcBef>
                <a:spcPts val="4300"/>
              </a:spcBef>
              <a:buSzPct val="100000"/>
              <a:buBlip>
                <a:blip r:embed="rId2"/>
              </a:buBlip>
              <a:defRPr spc="36">
                <a:solidFill>
                  <a:schemeClr val="accent1">
                    <a:satOff val="36598"/>
                    <a:lumOff val="-17227"/>
                  </a:schemeClr>
                </a:solidFill>
              </a:defRPr>
            </a:lvl5pPr>
          </a:lstStyle>
          <a:p>
            <a:r>
              <a:t>Slide bullet text</a:t>
            </a:r>
          </a:p>
          <a:p>
            <a:pPr lvl="1"/>
            <a:endParaRPr/>
          </a:p>
          <a:p>
            <a:pPr lvl="2"/>
            <a:endParaRPr/>
          </a:p>
          <a:p>
            <a:pPr lvl="3"/>
            <a:endParaRPr/>
          </a:p>
          <a:p>
            <a:pPr lvl="4"/>
            <a:endParaRPr/>
          </a:p>
        </p:txBody>
      </p:sp>
      <p:sp>
        <p:nvSpPr>
          <p:cNvPr id="79" name="Vintage television in front of yellow patterned wallpaper"/>
          <p:cNvSpPr>
            <a:spLocks noGrp="1"/>
          </p:cNvSpPr>
          <p:nvPr>
            <p:ph type="pic" idx="21"/>
          </p:nvPr>
        </p:nvSpPr>
        <p:spPr>
          <a:xfrm>
            <a:off x="12661900" y="-2501900"/>
            <a:ext cx="11077576" cy="14770100"/>
          </a:xfrm>
          <a:prstGeom prst="rect">
            <a:avLst/>
          </a:prstGeom>
          <a:ln w="114300">
            <a:solidFill>
              <a:srgbClr val="FFFFFF"/>
            </a:solidFill>
          </a:ln>
        </p:spPr>
        <p:txBody>
          <a:bodyPr lIns="91439" tIns="45719" rIns="91439" bIns="45719" anchor="t">
            <a:noAutofit/>
          </a:bodyPr>
          <a:lstStyle/>
          <a:p>
            <a:endParaRPr/>
          </a:p>
        </p:txBody>
      </p:sp>
      <p:sp>
        <p:nvSpPr>
          <p:cNvPr id="80" name="Line"/>
          <p:cNvSpPr/>
          <p:nvPr/>
        </p:nvSpPr>
        <p:spPr>
          <a:xfrm flipV="1">
            <a:off x="762000" y="952499"/>
            <a:ext cx="22860003" cy="2"/>
          </a:xfrm>
          <a:prstGeom prst="line">
            <a:avLst/>
          </a:prstGeom>
          <a:ln w="76200">
            <a:solidFill>
              <a:schemeClr val="accent6">
                <a:hueOff val="61929"/>
                <a:satOff val="10820"/>
                <a:lumOff val="-8848"/>
              </a:schemeClr>
            </a:solidFill>
            <a:miter lim="400000"/>
          </a:ln>
        </p:spPr>
        <p:txBody>
          <a:bodyPr lIns="50800" tIns="50800" rIns="50800" bIns="50800" anchor="ctr"/>
          <a:lstStyle/>
          <a:p>
            <a:pPr algn="ctr" defTabSz="825500">
              <a:spcBef>
                <a:spcPts val="0"/>
              </a:spcBef>
              <a:defRPr sz="3200" b="0" spc="0">
                <a:solidFill>
                  <a:srgbClr val="000000"/>
                </a:solidFill>
                <a:latin typeface="Graphik-Medium"/>
                <a:ea typeface="Graphik-Medium"/>
                <a:cs typeface="Graphik-Medium"/>
                <a:sym typeface="Graphik Medium"/>
              </a:defRPr>
            </a:pPr>
            <a:endParaRPr/>
          </a:p>
        </p:txBody>
      </p:sp>
      <p:sp>
        <p:nvSpPr>
          <p:cNvPr id="81" name="Line"/>
          <p:cNvSpPr/>
          <p:nvPr/>
        </p:nvSpPr>
        <p:spPr>
          <a:xfrm>
            <a:off x="762000" y="12598400"/>
            <a:ext cx="22860001" cy="0"/>
          </a:xfrm>
          <a:prstGeom prst="line">
            <a:avLst/>
          </a:prstGeom>
          <a:ln w="76200">
            <a:solidFill>
              <a:schemeClr val="accent6">
                <a:hueOff val="61929"/>
                <a:satOff val="10820"/>
                <a:lumOff val="-8848"/>
              </a:schemeClr>
            </a:solidFill>
            <a:miter lim="400000"/>
          </a:ln>
        </p:spPr>
        <p:txBody>
          <a:bodyPr lIns="50800" tIns="50800" rIns="50800" bIns="50800" anchor="ctr"/>
          <a:lstStyle/>
          <a:p>
            <a:pPr algn="ctr" defTabSz="825500">
              <a:spcBef>
                <a:spcPts val="0"/>
              </a:spcBef>
              <a:defRPr sz="3200" b="0" spc="0">
                <a:solidFill>
                  <a:srgbClr val="000000"/>
                </a:solidFill>
                <a:latin typeface="Graphik-Medium"/>
                <a:ea typeface="Graphik-Medium"/>
                <a:cs typeface="Graphik-Medium"/>
                <a:sym typeface="Graphik Medium"/>
              </a:defRPr>
            </a:pPr>
            <a:endParaRPr/>
          </a:p>
        </p:txBody>
      </p:sp>
      <p:sp>
        <p:nvSpPr>
          <p:cNvPr id="82" name="Slide Number"/>
          <p:cNvSpPr txBox="1">
            <a:spLocks noGrp="1"/>
          </p:cNvSpPr>
          <p:nvPr>
            <p:ph type="sldNum" sz="quarter" idx="2"/>
          </p:nvPr>
        </p:nvSpPr>
        <p:spPr>
          <a:xfrm>
            <a:off x="11990323" y="12890500"/>
            <a:ext cx="416053" cy="467107"/>
          </a:xfrm>
          <a:prstGeom prst="rect">
            <a:avLst/>
          </a:prstGeom>
        </p:spPr>
        <p:txBody>
          <a:bodyPr/>
          <a:lstStyle>
            <a:lvl1pPr>
              <a:defRPr>
                <a:solidFill>
                  <a:srgbClr val="5E5E5E"/>
                </a:solidFill>
              </a:defRPr>
            </a:lvl1p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Title, Bullets &amp; Live Video Small">
    <p:bg>
      <p:bgPr>
        <a:solidFill>
          <a:srgbClr val="FFF5F2"/>
        </a:solidFill>
        <a:effectLst/>
      </p:bgPr>
    </p:bg>
    <p:spTree>
      <p:nvGrpSpPr>
        <p:cNvPr id="1" name=""/>
        <p:cNvGrpSpPr/>
        <p:nvPr/>
      </p:nvGrpSpPr>
      <p:grpSpPr>
        <a:xfrm>
          <a:off x="0" y="0"/>
          <a:ext cx="0" cy="0"/>
          <a:chOff x="0" y="0"/>
          <a:chExt cx="0" cy="0"/>
        </a:xfrm>
      </p:grpSpPr>
      <p:sp>
        <p:nvSpPr>
          <p:cNvPr id="89" name="Slide Title"/>
          <p:cNvSpPr txBox="1">
            <a:spLocks noGrp="1"/>
          </p:cNvSpPr>
          <p:nvPr>
            <p:ph type="title" hasCustomPrompt="1"/>
          </p:nvPr>
        </p:nvSpPr>
        <p:spPr>
          <a:xfrm>
            <a:off x="1270000" y="1851223"/>
            <a:ext cx="11785600" cy="4084936"/>
          </a:xfrm>
          <a:prstGeom prst="rect">
            <a:avLst/>
          </a:prstGeom>
        </p:spPr>
        <p:txBody>
          <a:bodyPr anchor="b"/>
          <a:lstStyle>
            <a:lvl1pPr>
              <a:defRPr sz="9000" spc="270">
                <a:solidFill>
                  <a:schemeClr val="accent6"/>
                </a:solidFill>
              </a:defRPr>
            </a:lvl1pPr>
          </a:lstStyle>
          <a:p>
            <a:r>
              <a:t>Slide Title</a:t>
            </a:r>
          </a:p>
        </p:txBody>
      </p:sp>
      <p:sp>
        <p:nvSpPr>
          <p:cNvPr id="90" name="Body Level One…"/>
          <p:cNvSpPr txBox="1">
            <a:spLocks noGrp="1"/>
          </p:cNvSpPr>
          <p:nvPr>
            <p:ph type="body" sz="quarter" idx="1" hasCustomPrompt="1"/>
          </p:nvPr>
        </p:nvSpPr>
        <p:spPr>
          <a:xfrm>
            <a:off x="2088435" y="6720284"/>
            <a:ext cx="10972801" cy="5467169"/>
          </a:xfrm>
          <a:prstGeom prst="rect">
            <a:avLst/>
          </a:prstGeom>
        </p:spPr>
        <p:txBody>
          <a:bodyPr anchor="t"/>
          <a:lstStyle>
            <a:lvl1pPr marL="635000" indent="-635000" algn="l" defTabSz="355600">
              <a:lnSpc>
                <a:spcPct val="100000"/>
              </a:lnSpc>
              <a:spcBef>
                <a:spcPts val="4300"/>
              </a:spcBef>
              <a:buSzPct val="100000"/>
              <a:buBlip>
                <a:blip r:embed="rId2"/>
              </a:buBlip>
              <a:defRPr spc="36">
                <a:solidFill>
                  <a:schemeClr val="accent1">
                    <a:satOff val="36598"/>
                    <a:lumOff val="-17227"/>
                  </a:schemeClr>
                </a:solidFill>
              </a:defRPr>
            </a:lvl1pPr>
            <a:lvl2pPr marL="1270000" indent="-635000" algn="l" defTabSz="355600">
              <a:lnSpc>
                <a:spcPct val="100000"/>
              </a:lnSpc>
              <a:spcBef>
                <a:spcPts val="4300"/>
              </a:spcBef>
              <a:buSzPct val="100000"/>
              <a:buBlip>
                <a:blip r:embed="rId2"/>
              </a:buBlip>
              <a:defRPr spc="36">
                <a:solidFill>
                  <a:schemeClr val="accent1">
                    <a:satOff val="36598"/>
                    <a:lumOff val="-17227"/>
                  </a:schemeClr>
                </a:solidFill>
              </a:defRPr>
            </a:lvl2pPr>
            <a:lvl3pPr marL="1905000" indent="-635000" algn="l" defTabSz="355600">
              <a:lnSpc>
                <a:spcPct val="100000"/>
              </a:lnSpc>
              <a:spcBef>
                <a:spcPts val="4300"/>
              </a:spcBef>
              <a:buSzPct val="100000"/>
              <a:buBlip>
                <a:blip r:embed="rId2"/>
              </a:buBlip>
              <a:defRPr spc="36">
                <a:solidFill>
                  <a:schemeClr val="accent1">
                    <a:satOff val="36598"/>
                    <a:lumOff val="-17227"/>
                  </a:schemeClr>
                </a:solidFill>
              </a:defRPr>
            </a:lvl3pPr>
            <a:lvl4pPr marL="2540000" indent="-635000" algn="l" defTabSz="355600">
              <a:lnSpc>
                <a:spcPct val="100000"/>
              </a:lnSpc>
              <a:spcBef>
                <a:spcPts val="4300"/>
              </a:spcBef>
              <a:buSzPct val="100000"/>
              <a:buBlip>
                <a:blip r:embed="rId2"/>
              </a:buBlip>
              <a:defRPr spc="36">
                <a:solidFill>
                  <a:schemeClr val="accent1">
                    <a:satOff val="36598"/>
                    <a:lumOff val="-17227"/>
                  </a:schemeClr>
                </a:solidFill>
              </a:defRPr>
            </a:lvl4pPr>
            <a:lvl5pPr marL="3175000" indent="-635000" algn="l" defTabSz="355600">
              <a:lnSpc>
                <a:spcPct val="100000"/>
              </a:lnSpc>
              <a:spcBef>
                <a:spcPts val="4300"/>
              </a:spcBef>
              <a:buSzPct val="100000"/>
              <a:buBlip>
                <a:blip r:embed="rId2"/>
              </a:buBlip>
              <a:defRPr spc="36">
                <a:solidFill>
                  <a:schemeClr val="accent1">
                    <a:satOff val="36598"/>
                    <a:lumOff val="-17227"/>
                  </a:schemeClr>
                </a:solidFill>
              </a:defRPr>
            </a:lvl5pPr>
          </a:lstStyle>
          <a:p>
            <a:r>
              <a:t>Slide bullet text</a:t>
            </a:r>
          </a:p>
          <a:p>
            <a:pPr lvl="1"/>
            <a:endParaRPr/>
          </a:p>
          <a:p>
            <a:pPr lvl="2"/>
            <a:endParaRPr/>
          </a:p>
          <a:p>
            <a:pPr lvl="3"/>
            <a:endParaRPr/>
          </a:p>
          <a:p>
            <a:pPr lvl="4"/>
            <a:endParaRPr/>
          </a:p>
        </p:txBody>
      </p:sp>
      <p:sp>
        <p:nvSpPr>
          <p:cNvPr id="91" name="Line"/>
          <p:cNvSpPr/>
          <p:nvPr/>
        </p:nvSpPr>
        <p:spPr>
          <a:xfrm flipV="1">
            <a:off x="762000" y="952499"/>
            <a:ext cx="22860003" cy="2"/>
          </a:xfrm>
          <a:prstGeom prst="line">
            <a:avLst/>
          </a:prstGeom>
          <a:ln w="76200">
            <a:solidFill>
              <a:schemeClr val="accent6">
                <a:hueOff val="61929"/>
                <a:satOff val="10820"/>
                <a:lumOff val="-8848"/>
              </a:schemeClr>
            </a:solidFill>
            <a:miter lim="400000"/>
          </a:ln>
        </p:spPr>
        <p:txBody>
          <a:bodyPr lIns="50800" tIns="50800" rIns="50800" bIns="50800" anchor="ctr"/>
          <a:lstStyle/>
          <a:p>
            <a:pPr algn="ctr" defTabSz="825500">
              <a:spcBef>
                <a:spcPts val="0"/>
              </a:spcBef>
              <a:defRPr sz="3200" b="0" spc="0">
                <a:solidFill>
                  <a:srgbClr val="000000"/>
                </a:solidFill>
                <a:latin typeface="Graphik-Medium"/>
                <a:ea typeface="Graphik-Medium"/>
                <a:cs typeface="Graphik-Medium"/>
                <a:sym typeface="Graphik Medium"/>
              </a:defRPr>
            </a:pPr>
            <a:endParaRPr/>
          </a:p>
        </p:txBody>
      </p:sp>
      <p:sp>
        <p:nvSpPr>
          <p:cNvPr id="92" name="Line"/>
          <p:cNvSpPr/>
          <p:nvPr/>
        </p:nvSpPr>
        <p:spPr>
          <a:xfrm>
            <a:off x="762000" y="12598400"/>
            <a:ext cx="22860001" cy="0"/>
          </a:xfrm>
          <a:prstGeom prst="line">
            <a:avLst/>
          </a:prstGeom>
          <a:ln w="76200">
            <a:solidFill>
              <a:schemeClr val="accent6">
                <a:hueOff val="61929"/>
                <a:satOff val="10820"/>
                <a:lumOff val="-8848"/>
              </a:schemeClr>
            </a:solidFill>
            <a:miter lim="400000"/>
          </a:ln>
        </p:spPr>
        <p:txBody>
          <a:bodyPr lIns="50800" tIns="50800" rIns="50800" bIns="50800" anchor="ctr"/>
          <a:lstStyle/>
          <a:p>
            <a:pPr algn="ctr" defTabSz="825500">
              <a:spcBef>
                <a:spcPts val="0"/>
              </a:spcBef>
              <a:defRPr sz="3200" b="0" spc="0">
                <a:solidFill>
                  <a:srgbClr val="000000"/>
                </a:solidFill>
                <a:latin typeface="Graphik-Medium"/>
                <a:ea typeface="Graphik-Medium"/>
                <a:cs typeface="Graphik-Medium"/>
                <a:sym typeface="Graphik Medium"/>
              </a:defRPr>
            </a:pPr>
            <a:endParaRPr/>
          </a:p>
        </p:txBody>
      </p:sp>
      <p:sp>
        <p:nvSpPr>
          <p:cNvPr id="93" name="Slide Number"/>
          <p:cNvSpPr txBox="1">
            <a:spLocks noGrp="1"/>
          </p:cNvSpPr>
          <p:nvPr>
            <p:ph type="sldNum" sz="quarter" idx="2"/>
          </p:nvPr>
        </p:nvSpPr>
        <p:spPr>
          <a:xfrm>
            <a:off x="11990323" y="12890500"/>
            <a:ext cx="416053" cy="467107"/>
          </a:xfrm>
          <a:prstGeom prst="rect">
            <a:avLst/>
          </a:prstGeom>
        </p:spPr>
        <p:txBody>
          <a:bodyPr/>
          <a:lstStyle>
            <a:lvl1pPr>
              <a:defRPr>
                <a:solidFill>
                  <a:srgbClr val="5E5E5E"/>
                </a:solidFill>
              </a:defRPr>
            </a:lvl1p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Title, Bullets &amp; Live Video Large">
    <p:bg>
      <p:bgPr>
        <a:solidFill>
          <a:srgbClr val="FFF5F2"/>
        </a:solidFill>
        <a:effectLst/>
      </p:bgPr>
    </p:bg>
    <p:spTree>
      <p:nvGrpSpPr>
        <p:cNvPr id="1" name=""/>
        <p:cNvGrpSpPr/>
        <p:nvPr/>
      </p:nvGrpSpPr>
      <p:grpSpPr>
        <a:xfrm>
          <a:off x="0" y="0"/>
          <a:ext cx="0" cy="0"/>
          <a:chOff x="0" y="0"/>
          <a:chExt cx="0" cy="0"/>
        </a:xfrm>
      </p:grpSpPr>
      <p:sp>
        <p:nvSpPr>
          <p:cNvPr id="100" name="Slide Title"/>
          <p:cNvSpPr txBox="1">
            <a:spLocks noGrp="1"/>
          </p:cNvSpPr>
          <p:nvPr>
            <p:ph type="title" hasCustomPrompt="1"/>
          </p:nvPr>
        </p:nvSpPr>
        <p:spPr>
          <a:xfrm>
            <a:off x="1270000" y="1851223"/>
            <a:ext cx="11785600" cy="4084936"/>
          </a:xfrm>
          <a:prstGeom prst="rect">
            <a:avLst/>
          </a:prstGeom>
        </p:spPr>
        <p:txBody>
          <a:bodyPr anchor="b"/>
          <a:lstStyle>
            <a:lvl1pPr>
              <a:defRPr sz="9000" spc="270">
                <a:solidFill>
                  <a:schemeClr val="accent6"/>
                </a:solidFill>
              </a:defRPr>
            </a:lvl1pPr>
          </a:lstStyle>
          <a:p>
            <a:r>
              <a:t>Slide Title</a:t>
            </a:r>
          </a:p>
        </p:txBody>
      </p:sp>
      <p:sp>
        <p:nvSpPr>
          <p:cNvPr id="101" name="Body Level One…"/>
          <p:cNvSpPr txBox="1">
            <a:spLocks noGrp="1"/>
          </p:cNvSpPr>
          <p:nvPr>
            <p:ph type="body" sz="quarter" idx="1" hasCustomPrompt="1"/>
          </p:nvPr>
        </p:nvSpPr>
        <p:spPr>
          <a:xfrm>
            <a:off x="2088435" y="6720284"/>
            <a:ext cx="10972801" cy="5467169"/>
          </a:xfrm>
          <a:prstGeom prst="rect">
            <a:avLst/>
          </a:prstGeom>
        </p:spPr>
        <p:txBody>
          <a:bodyPr anchor="t"/>
          <a:lstStyle>
            <a:lvl1pPr marL="635000" indent="-635000" algn="l" defTabSz="355600">
              <a:lnSpc>
                <a:spcPct val="100000"/>
              </a:lnSpc>
              <a:spcBef>
                <a:spcPts val="4300"/>
              </a:spcBef>
              <a:buSzPct val="100000"/>
              <a:buBlip>
                <a:blip r:embed="rId2"/>
              </a:buBlip>
              <a:defRPr spc="36">
                <a:solidFill>
                  <a:schemeClr val="accent1">
                    <a:satOff val="36598"/>
                    <a:lumOff val="-17227"/>
                  </a:schemeClr>
                </a:solidFill>
              </a:defRPr>
            </a:lvl1pPr>
            <a:lvl2pPr marL="1270000" indent="-635000" algn="l" defTabSz="355600">
              <a:lnSpc>
                <a:spcPct val="100000"/>
              </a:lnSpc>
              <a:spcBef>
                <a:spcPts val="4300"/>
              </a:spcBef>
              <a:buSzPct val="100000"/>
              <a:buBlip>
                <a:blip r:embed="rId2"/>
              </a:buBlip>
              <a:defRPr spc="36">
                <a:solidFill>
                  <a:schemeClr val="accent1">
                    <a:satOff val="36598"/>
                    <a:lumOff val="-17227"/>
                  </a:schemeClr>
                </a:solidFill>
              </a:defRPr>
            </a:lvl2pPr>
            <a:lvl3pPr marL="1905000" indent="-635000" algn="l" defTabSz="355600">
              <a:lnSpc>
                <a:spcPct val="100000"/>
              </a:lnSpc>
              <a:spcBef>
                <a:spcPts val="4300"/>
              </a:spcBef>
              <a:buSzPct val="100000"/>
              <a:buBlip>
                <a:blip r:embed="rId2"/>
              </a:buBlip>
              <a:defRPr spc="36">
                <a:solidFill>
                  <a:schemeClr val="accent1">
                    <a:satOff val="36598"/>
                    <a:lumOff val="-17227"/>
                  </a:schemeClr>
                </a:solidFill>
              </a:defRPr>
            </a:lvl3pPr>
            <a:lvl4pPr marL="2540000" indent="-635000" algn="l" defTabSz="355600">
              <a:lnSpc>
                <a:spcPct val="100000"/>
              </a:lnSpc>
              <a:spcBef>
                <a:spcPts val="4300"/>
              </a:spcBef>
              <a:buSzPct val="100000"/>
              <a:buBlip>
                <a:blip r:embed="rId2"/>
              </a:buBlip>
              <a:defRPr spc="36">
                <a:solidFill>
                  <a:schemeClr val="accent1">
                    <a:satOff val="36598"/>
                    <a:lumOff val="-17227"/>
                  </a:schemeClr>
                </a:solidFill>
              </a:defRPr>
            </a:lvl4pPr>
            <a:lvl5pPr marL="3175000" indent="-635000" algn="l" defTabSz="355600">
              <a:lnSpc>
                <a:spcPct val="100000"/>
              </a:lnSpc>
              <a:spcBef>
                <a:spcPts val="4300"/>
              </a:spcBef>
              <a:buSzPct val="100000"/>
              <a:buBlip>
                <a:blip r:embed="rId2"/>
              </a:buBlip>
              <a:defRPr spc="36">
                <a:solidFill>
                  <a:schemeClr val="accent1">
                    <a:satOff val="36598"/>
                    <a:lumOff val="-17227"/>
                  </a:schemeClr>
                </a:solidFill>
              </a:defRPr>
            </a:lvl5pPr>
          </a:lstStyle>
          <a:p>
            <a:r>
              <a:t>Slide bullet text</a:t>
            </a:r>
          </a:p>
          <a:p>
            <a:pPr lvl="1"/>
            <a:endParaRPr/>
          </a:p>
          <a:p>
            <a:pPr lvl="2"/>
            <a:endParaRPr/>
          </a:p>
          <a:p>
            <a:pPr lvl="3"/>
            <a:endParaRPr/>
          </a:p>
          <a:p>
            <a:pPr lvl="4"/>
            <a:endParaRPr/>
          </a:p>
        </p:txBody>
      </p:sp>
      <p:sp>
        <p:nvSpPr>
          <p:cNvPr id="102" name="Line"/>
          <p:cNvSpPr/>
          <p:nvPr/>
        </p:nvSpPr>
        <p:spPr>
          <a:xfrm flipV="1">
            <a:off x="762000" y="952499"/>
            <a:ext cx="22860003" cy="2"/>
          </a:xfrm>
          <a:prstGeom prst="line">
            <a:avLst/>
          </a:prstGeom>
          <a:ln w="76200">
            <a:solidFill>
              <a:schemeClr val="accent6">
                <a:hueOff val="61929"/>
                <a:satOff val="10820"/>
                <a:lumOff val="-8848"/>
              </a:schemeClr>
            </a:solidFill>
            <a:miter lim="400000"/>
          </a:ln>
        </p:spPr>
        <p:txBody>
          <a:bodyPr lIns="50800" tIns="50800" rIns="50800" bIns="50800" anchor="ctr"/>
          <a:lstStyle/>
          <a:p>
            <a:pPr algn="ctr" defTabSz="825500">
              <a:spcBef>
                <a:spcPts val="0"/>
              </a:spcBef>
              <a:defRPr sz="3200" b="0" spc="0">
                <a:solidFill>
                  <a:srgbClr val="000000"/>
                </a:solidFill>
                <a:latin typeface="Graphik-Medium"/>
                <a:ea typeface="Graphik-Medium"/>
                <a:cs typeface="Graphik-Medium"/>
                <a:sym typeface="Graphik Medium"/>
              </a:defRPr>
            </a:pPr>
            <a:endParaRPr/>
          </a:p>
        </p:txBody>
      </p:sp>
      <p:sp>
        <p:nvSpPr>
          <p:cNvPr id="103" name="Line"/>
          <p:cNvSpPr/>
          <p:nvPr/>
        </p:nvSpPr>
        <p:spPr>
          <a:xfrm>
            <a:off x="762000" y="12598400"/>
            <a:ext cx="22860001" cy="0"/>
          </a:xfrm>
          <a:prstGeom prst="line">
            <a:avLst/>
          </a:prstGeom>
          <a:ln w="76200">
            <a:solidFill>
              <a:schemeClr val="accent6">
                <a:hueOff val="61929"/>
                <a:satOff val="10820"/>
                <a:lumOff val="-8848"/>
              </a:schemeClr>
            </a:solidFill>
            <a:miter lim="400000"/>
          </a:ln>
        </p:spPr>
        <p:txBody>
          <a:bodyPr lIns="50800" tIns="50800" rIns="50800" bIns="50800" anchor="ctr"/>
          <a:lstStyle/>
          <a:p>
            <a:pPr algn="ctr" defTabSz="825500">
              <a:spcBef>
                <a:spcPts val="0"/>
              </a:spcBef>
              <a:defRPr sz="3200" b="0" spc="0">
                <a:solidFill>
                  <a:srgbClr val="000000"/>
                </a:solidFill>
                <a:latin typeface="Graphik-Medium"/>
                <a:ea typeface="Graphik-Medium"/>
                <a:cs typeface="Graphik-Medium"/>
                <a:sym typeface="Graphik Medium"/>
              </a:defRPr>
            </a:pPr>
            <a:endParaRPr/>
          </a:p>
        </p:txBody>
      </p:sp>
      <p:sp>
        <p:nvSpPr>
          <p:cNvPr id="104" name="Slide Number"/>
          <p:cNvSpPr txBox="1">
            <a:spLocks noGrp="1"/>
          </p:cNvSpPr>
          <p:nvPr>
            <p:ph type="sldNum" sz="quarter" idx="2"/>
          </p:nvPr>
        </p:nvSpPr>
        <p:spPr>
          <a:xfrm>
            <a:off x="11990323" y="12890500"/>
            <a:ext cx="416053" cy="467107"/>
          </a:xfrm>
          <a:prstGeom prst="rect">
            <a:avLst/>
          </a:prstGeom>
        </p:spPr>
        <p:txBody>
          <a:bodyPr/>
          <a:lstStyle>
            <a:lvl1pPr>
              <a:defRPr>
                <a:solidFill>
                  <a:srgbClr val="5E5E5E"/>
                </a:solidFill>
              </a:defRPr>
            </a:lvl1p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Section">
    <p:spTree>
      <p:nvGrpSpPr>
        <p:cNvPr id="1" name=""/>
        <p:cNvGrpSpPr/>
        <p:nvPr/>
      </p:nvGrpSpPr>
      <p:grpSpPr>
        <a:xfrm>
          <a:off x="0" y="0"/>
          <a:ext cx="0" cy="0"/>
          <a:chOff x="0" y="0"/>
          <a:chExt cx="0" cy="0"/>
        </a:xfrm>
      </p:grpSpPr>
      <p:sp>
        <p:nvSpPr>
          <p:cNvPr id="111" name="Section Title"/>
          <p:cNvSpPr txBox="1">
            <a:spLocks noGrp="1"/>
          </p:cNvSpPr>
          <p:nvPr>
            <p:ph type="title" hasCustomPrompt="1"/>
          </p:nvPr>
        </p:nvSpPr>
        <p:spPr>
          <a:xfrm>
            <a:off x="2086106" y="4292600"/>
            <a:ext cx="20205701" cy="5651500"/>
          </a:xfrm>
          <a:prstGeom prst="rect">
            <a:avLst/>
          </a:prstGeom>
        </p:spPr>
        <p:txBody>
          <a:bodyPr anchor="ctr"/>
          <a:lstStyle>
            <a:lvl1pPr>
              <a:defRPr>
                <a:solidFill>
                  <a:schemeClr val="accent5"/>
                </a:solidFill>
              </a:defRPr>
            </a:lvl1pPr>
          </a:lstStyle>
          <a:p>
            <a:r>
              <a:t>Section Title</a:t>
            </a:r>
          </a:p>
        </p:txBody>
      </p:sp>
      <p:sp>
        <p:nvSpPr>
          <p:cNvPr id="112" name="Line"/>
          <p:cNvSpPr/>
          <p:nvPr/>
        </p:nvSpPr>
        <p:spPr>
          <a:xfrm flipV="1">
            <a:off x="762000" y="952499"/>
            <a:ext cx="22860001" cy="2"/>
          </a:xfrm>
          <a:prstGeom prst="line">
            <a:avLst/>
          </a:prstGeom>
          <a:ln w="76200">
            <a:solidFill>
              <a:schemeClr val="accent5"/>
            </a:solidFill>
            <a:miter lim="400000"/>
          </a:ln>
        </p:spPr>
        <p:txBody>
          <a:bodyPr lIns="50800" tIns="50800" rIns="50800" bIns="50800" anchor="ctr"/>
          <a:lstStyle/>
          <a:p>
            <a:pPr algn="ctr" defTabSz="825500">
              <a:spcBef>
                <a:spcPts val="0"/>
              </a:spcBef>
              <a:defRPr sz="3200" b="0" spc="0">
                <a:solidFill>
                  <a:srgbClr val="000000"/>
                </a:solidFill>
                <a:latin typeface="Graphik-Medium"/>
                <a:ea typeface="Graphik-Medium"/>
                <a:cs typeface="Graphik-Medium"/>
                <a:sym typeface="Graphik Medium"/>
              </a:defRPr>
            </a:pPr>
            <a:endParaRPr/>
          </a:p>
        </p:txBody>
      </p:sp>
      <p:sp>
        <p:nvSpPr>
          <p:cNvPr id="113" name="Line"/>
          <p:cNvSpPr/>
          <p:nvPr/>
        </p:nvSpPr>
        <p:spPr>
          <a:xfrm>
            <a:off x="762000" y="12598400"/>
            <a:ext cx="22860001" cy="0"/>
          </a:xfrm>
          <a:prstGeom prst="line">
            <a:avLst/>
          </a:prstGeom>
          <a:ln w="76200">
            <a:solidFill>
              <a:schemeClr val="accent5"/>
            </a:solidFill>
            <a:miter lim="400000"/>
          </a:ln>
        </p:spPr>
        <p:txBody>
          <a:bodyPr lIns="50800" tIns="50800" rIns="50800" bIns="50800" anchor="ctr"/>
          <a:lstStyle/>
          <a:p>
            <a:pPr algn="ctr" defTabSz="825500">
              <a:spcBef>
                <a:spcPts val="0"/>
              </a:spcBef>
              <a:defRPr sz="3200" b="0" spc="0">
                <a:solidFill>
                  <a:srgbClr val="000000"/>
                </a:solidFill>
                <a:latin typeface="Graphik-Medium"/>
                <a:ea typeface="Graphik-Medium"/>
                <a:cs typeface="Graphik-Medium"/>
                <a:sym typeface="Graphik Medium"/>
              </a:defRPr>
            </a:pPr>
            <a:endParaRPr/>
          </a:p>
        </p:txBody>
      </p:sp>
      <p:sp>
        <p:nvSpPr>
          <p:cNvPr id="114" name="Slide Number"/>
          <p:cNvSpPr txBox="1">
            <a:spLocks noGrp="1"/>
          </p:cNvSpPr>
          <p:nvPr>
            <p:ph type="sldNum" sz="quarter" idx="2"/>
          </p:nvPr>
        </p:nvSpPr>
        <p:spPr>
          <a:xfrm>
            <a:off x="11990323" y="12890500"/>
            <a:ext cx="416053" cy="467107"/>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Title Only">
    <p:bg>
      <p:bgPr>
        <a:solidFill>
          <a:srgbClr val="FFF5F2"/>
        </a:solidFill>
        <a:effectLst/>
      </p:bgPr>
    </p:bg>
    <p:spTree>
      <p:nvGrpSpPr>
        <p:cNvPr id="1" name=""/>
        <p:cNvGrpSpPr/>
        <p:nvPr/>
      </p:nvGrpSpPr>
      <p:grpSpPr>
        <a:xfrm>
          <a:off x="0" y="0"/>
          <a:ext cx="0" cy="0"/>
          <a:chOff x="0" y="0"/>
          <a:chExt cx="0" cy="0"/>
        </a:xfrm>
      </p:grpSpPr>
      <p:sp>
        <p:nvSpPr>
          <p:cNvPr id="121" name="Line"/>
          <p:cNvSpPr/>
          <p:nvPr/>
        </p:nvSpPr>
        <p:spPr>
          <a:xfrm flipV="1">
            <a:off x="762000" y="952499"/>
            <a:ext cx="22860003" cy="2"/>
          </a:xfrm>
          <a:prstGeom prst="line">
            <a:avLst/>
          </a:prstGeom>
          <a:ln w="76200">
            <a:solidFill>
              <a:schemeClr val="accent6">
                <a:hueOff val="61929"/>
                <a:satOff val="10820"/>
                <a:lumOff val="-8848"/>
              </a:schemeClr>
            </a:solidFill>
            <a:miter lim="400000"/>
          </a:ln>
        </p:spPr>
        <p:txBody>
          <a:bodyPr lIns="50800" tIns="50800" rIns="50800" bIns="50800" anchor="ctr"/>
          <a:lstStyle/>
          <a:p>
            <a:pPr algn="ctr" defTabSz="825500">
              <a:spcBef>
                <a:spcPts val="0"/>
              </a:spcBef>
              <a:defRPr sz="3200" b="0" spc="0">
                <a:solidFill>
                  <a:srgbClr val="000000"/>
                </a:solidFill>
                <a:latin typeface="Graphik-Medium"/>
                <a:ea typeface="Graphik-Medium"/>
                <a:cs typeface="Graphik-Medium"/>
                <a:sym typeface="Graphik Medium"/>
              </a:defRPr>
            </a:pPr>
            <a:endParaRPr/>
          </a:p>
        </p:txBody>
      </p:sp>
      <p:sp>
        <p:nvSpPr>
          <p:cNvPr id="122" name="Line"/>
          <p:cNvSpPr/>
          <p:nvPr/>
        </p:nvSpPr>
        <p:spPr>
          <a:xfrm>
            <a:off x="757217" y="12603828"/>
            <a:ext cx="22862943" cy="1"/>
          </a:xfrm>
          <a:prstGeom prst="line">
            <a:avLst/>
          </a:prstGeom>
          <a:ln w="76200">
            <a:solidFill>
              <a:schemeClr val="accent6">
                <a:hueOff val="61929"/>
                <a:satOff val="10820"/>
                <a:lumOff val="-8848"/>
              </a:schemeClr>
            </a:solidFill>
            <a:miter lim="400000"/>
          </a:ln>
        </p:spPr>
        <p:txBody>
          <a:bodyPr lIns="50800" tIns="50800" rIns="50800" bIns="50800" anchor="ctr"/>
          <a:lstStyle/>
          <a:p>
            <a:pPr algn="ctr" defTabSz="825500">
              <a:spcBef>
                <a:spcPts val="0"/>
              </a:spcBef>
              <a:defRPr sz="3200" b="0" spc="0">
                <a:solidFill>
                  <a:srgbClr val="000000"/>
                </a:solidFill>
                <a:latin typeface="Graphik-Medium"/>
                <a:ea typeface="Graphik-Medium"/>
                <a:cs typeface="Graphik-Medium"/>
                <a:sym typeface="Graphik Medium"/>
              </a:defRPr>
            </a:pPr>
            <a:endParaRPr/>
          </a:p>
        </p:txBody>
      </p:sp>
      <p:sp>
        <p:nvSpPr>
          <p:cNvPr id="123" name="Slide Title"/>
          <p:cNvSpPr txBox="1">
            <a:spLocks noGrp="1"/>
          </p:cNvSpPr>
          <p:nvPr>
            <p:ph type="title" hasCustomPrompt="1"/>
          </p:nvPr>
        </p:nvSpPr>
        <p:spPr>
          <a:xfrm>
            <a:off x="2082800" y="1282700"/>
            <a:ext cx="20205700" cy="1651000"/>
          </a:xfrm>
          <a:prstGeom prst="rect">
            <a:avLst/>
          </a:prstGeom>
        </p:spPr>
        <p:txBody>
          <a:bodyPr/>
          <a:lstStyle>
            <a:lvl1pPr>
              <a:defRPr sz="9000" spc="270">
                <a:solidFill>
                  <a:schemeClr val="accent6"/>
                </a:solidFill>
              </a:defRPr>
            </a:lvl1pPr>
          </a:lstStyle>
          <a:p>
            <a:r>
              <a:t>Slide Title</a:t>
            </a:r>
          </a:p>
        </p:txBody>
      </p:sp>
      <p:sp>
        <p:nvSpPr>
          <p:cNvPr id="124" name="Slide Number"/>
          <p:cNvSpPr txBox="1">
            <a:spLocks noGrp="1"/>
          </p:cNvSpPr>
          <p:nvPr>
            <p:ph type="sldNum" sz="quarter" idx="2"/>
          </p:nvPr>
        </p:nvSpPr>
        <p:spPr>
          <a:xfrm>
            <a:off x="11990323" y="12890500"/>
            <a:ext cx="416053" cy="467107"/>
          </a:xfrm>
          <a:prstGeom prst="rect">
            <a:avLst/>
          </a:prstGeom>
        </p:spPr>
        <p:txBody>
          <a:bodyPr/>
          <a:lstStyle>
            <a:lvl1pPr>
              <a:defRPr>
                <a:solidFill>
                  <a:srgbClr val="5E5E5E"/>
                </a:solidFill>
              </a:defRPr>
            </a:lvl1p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Agenda">
    <p:bg>
      <p:bgPr>
        <a:solidFill>
          <a:srgbClr val="FFF5F2"/>
        </a:solidFill>
        <a:effectLst/>
      </p:bgPr>
    </p:bg>
    <p:spTree>
      <p:nvGrpSpPr>
        <p:cNvPr id="1" name=""/>
        <p:cNvGrpSpPr/>
        <p:nvPr/>
      </p:nvGrpSpPr>
      <p:grpSpPr>
        <a:xfrm>
          <a:off x="0" y="0"/>
          <a:ext cx="0" cy="0"/>
          <a:chOff x="0" y="0"/>
          <a:chExt cx="0" cy="0"/>
        </a:xfrm>
      </p:grpSpPr>
      <p:sp>
        <p:nvSpPr>
          <p:cNvPr id="131" name="Agenda Subtitle"/>
          <p:cNvSpPr txBox="1">
            <a:spLocks noGrp="1"/>
          </p:cNvSpPr>
          <p:nvPr>
            <p:ph type="body" sz="quarter" idx="21" hasCustomPrompt="1"/>
          </p:nvPr>
        </p:nvSpPr>
        <p:spPr>
          <a:xfrm>
            <a:off x="2082800" y="2795091"/>
            <a:ext cx="20205700" cy="605029"/>
          </a:xfrm>
          <a:prstGeom prst="rect">
            <a:avLst/>
          </a:prstGeom>
        </p:spPr>
        <p:txBody>
          <a:bodyPr lIns="0" tIns="0" rIns="0" bIns="0" anchor="ctr"/>
          <a:lstStyle>
            <a:lvl1pPr>
              <a:defRPr>
                <a:solidFill>
                  <a:srgbClr val="8AACB9"/>
                </a:solidFill>
              </a:defRPr>
            </a:lvl1pPr>
          </a:lstStyle>
          <a:p>
            <a:r>
              <a:t>Agenda Subtitle</a:t>
            </a:r>
          </a:p>
        </p:txBody>
      </p:sp>
      <p:sp>
        <p:nvSpPr>
          <p:cNvPr id="132" name="Body Level One…"/>
          <p:cNvSpPr txBox="1">
            <a:spLocks noGrp="1"/>
          </p:cNvSpPr>
          <p:nvPr>
            <p:ph type="body" idx="1" hasCustomPrompt="1"/>
          </p:nvPr>
        </p:nvSpPr>
        <p:spPr>
          <a:xfrm>
            <a:off x="2082800" y="4055764"/>
            <a:ext cx="20205700" cy="6731001"/>
          </a:xfrm>
          <a:prstGeom prst="rect">
            <a:avLst/>
          </a:prstGeom>
        </p:spPr>
        <p:txBody>
          <a:bodyPr anchor="t"/>
          <a:lstStyle>
            <a:lvl1pPr marL="177800" indent="-177800" defTabSz="2641600">
              <a:lnSpc>
                <a:spcPct val="100000"/>
              </a:lnSpc>
              <a:spcBef>
                <a:spcPts val="4400"/>
              </a:spcBef>
              <a:tabLst>
                <a:tab pos="5384800" algn="l"/>
              </a:tabLst>
              <a:defRPr sz="5000" spc="0">
                <a:solidFill>
                  <a:schemeClr val="accent1">
                    <a:satOff val="36598"/>
                    <a:lumOff val="-17227"/>
                  </a:schemeClr>
                </a:solidFill>
              </a:defRPr>
            </a:lvl1pPr>
            <a:lvl2pPr marL="177800" indent="279400" defTabSz="2641600">
              <a:lnSpc>
                <a:spcPct val="100000"/>
              </a:lnSpc>
              <a:spcBef>
                <a:spcPts val="4400"/>
              </a:spcBef>
              <a:tabLst>
                <a:tab pos="5384800" algn="l"/>
              </a:tabLst>
              <a:defRPr sz="5000" spc="0">
                <a:solidFill>
                  <a:schemeClr val="accent1">
                    <a:satOff val="36598"/>
                    <a:lumOff val="-17227"/>
                  </a:schemeClr>
                </a:solidFill>
              </a:defRPr>
            </a:lvl2pPr>
            <a:lvl3pPr marL="177800" indent="736600" defTabSz="2641600">
              <a:lnSpc>
                <a:spcPct val="100000"/>
              </a:lnSpc>
              <a:spcBef>
                <a:spcPts val="4400"/>
              </a:spcBef>
              <a:tabLst>
                <a:tab pos="5384800" algn="l"/>
              </a:tabLst>
              <a:defRPr sz="5000" spc="0">
                <a:solidFill>
                  <a:schemeClr val="accent1">
                    <a:satOff val="36598"/>
                    <a:lumOff val="-17227"/>
                  </a:schemeClr>
                </a:solidFill>
              </a:defRPr>
            </a:lvl3pPr>
            <a:lvl4pPr marL="177800" indent="1193800" defTabSz="2641600">
              <a:lnSpc>
                <a:spcPct val="100000"/>
              </a:lnSpc>
              <a:spcBef>
                <a:spcPts val="4400"/>
              </a:spcBef>
              <a:tabLst>
                <a:tab pos="5384800" algn="l"/>
              </a:tabLst>
              <a:defRPr sz="5000" spc="0">
                <a:solidFill>
                  <a:schemeClr val="accent1">
                    <a:satOff val="36598"/>
                    <a:lumOff val="-17227"/>
                  </a:schemeClr>
                </a:solidFill>
              </a:defRPr>
            </a:lvl4pPr>
            <a:lvl5pPr marL="177800" indent="1651000" defTabSz="2641600">
              <a:lnSpc>
                <a:spcPct val="100000"/>
              </a:lnSpc>
              <a:spcBef>
                <a:spcPts val="4400"/>
              </a:spcBef>
              <a:tabLst>
                <a:tab pos="5384800" algn="l"/>
              </a:tabLst>
              <a:defRPr sz="5000" spc="0">
                <a:solidFill>
                  <a:schemeClr val="accent1">
                    <a:satOff val="36598"/>
                    <a:lumOff val="-17227"/>
                  </a:schemeClr>
                </a:solidFill>
              </a:defRPr>
            </a:lvl5pPr>
          </a:lstStyle>
          <a:p>
            <a:r>
              <a:t>Agenda Topics</a:t>
            </a:r>
          </a:p>
          <a:p>
            <a:pPr lvl="1"/>
            <a:endParaRPr/>
          </a:p>
          <a:p>
            <a:pPr lvl="2"/>
            <a:endParaRPr/>
          </a:p>
          <a:p>
            <a:pPr lvl="3"/>
            <a:endParaRPr/>
          </a:p>
          <a:p>
            <a:pPr lvl="4"/>
            <a:endParaRPr/>
          </a:p>
        </p:txBody>
      </p:sp>
      <p:sp>
        <p:nvSpPr>
          <p:cNvPr id="133" name="Agenda Title"/>
          <p:cNvSpPr txBox="1">
            <a:spLocks noGrp="1"/>
          </p:cNvSpPr>
          <p:nvPr>
            <p:ph type="title" hasCustomPrompt="1"/>
          </p:nvPr>
        </p:nvSpPr>
        <p:spPr>
          <a:xfrm>
            <a:off x="2082800" y="1282700"/>
            <a:ext cx="20205700" cy="1651000"/>
          </a:xfrm>
          <a:prstGeom prst="rect">
            <a:avLst/>
          </a:prstGeom>
        </p:spPr>
        <p:txBody>
          <a:bodyPr/>
          <a:lstStyle>
            <a:lvl1pPr>
              <a:defRPr sz="9000" spc="270">
                <a:solidFill>
                  <a:schemeClr val="accent1">
                    <a:satOff val="36598"/>
                    <a:lumOff val="-17227"/>
                  </a:schemeClr>
                </a:solidFill>
              </a:defRPr>
            </a:lvl1pPr>
          </a:lstStyle>
          <a:p>
            <a:r>
              <a:t>Agenda Title</a:t>
            </a:r>
          </a:p>
        </p:txBody>
      </p:sp>
      <p:sp>
        <p:nvSpPr>
          <p:cNvPr id="134" name="Line"/>
          <p:cNvSpPr/>
          <p:nvPr/>
        </p:nvSpPr>
        <p:spPr>
          <a:xfrm>
            <a:off x="757217" y="12603828"/>
            <a:ext cx="22862943" cy="1"/>
          </a:xfrm>
          <a:prstGeom prst="line">
            <a:avLst/>
          </a:prstGeom>
          <a:ln w="76200">
            <a:solidFill>
              <a:schemeClr val="accent1"/>
            </a:solidFill>
            <a:miter lim="400000"/>
          </a:ln>
        </p:spPr>
        <p:txBody>
          <a:bodyPr lIns="50800" tIns="50800" rIns="50800" bIns="50800" anchor="ctr"/>
          <a:lstStyle/>
          <a:p>
            <a:pPr algn="ctr" defTabSz="825500">
              <a:spcBef>
                <a:spcPts val="0"/>
              </a:spcBef>
              <a:defRPr sz="3200" b="0" spc="0">
                <a:solidFill>
                  <a:srgbClr val="000000"/>
                </a:solidFill>
                <a:latin typeface="Graphik-Medium"/>
                <a:ea typeface="Graphik-Medium"/>
                <a:cs typeface="Graphik-Medium"/>
                <a:sym typeface="Graphik Medium"/>
              </a:defRPr>
            </a:pPr>
            <a:endParaRPr/>
          </a:p>
        </p:txBody>
      </p:sp>
      <p:sp>
        <p:nvSpPr>
          <p:cNvPr id="135" name="Line"/>
          <p:cNvSpPr/>
          <p:nvPr/>
        </p:nvSpPr>
        <p:spPr>
          <a:xfrm flipV="1">
            <a:off x="762000" y="952499"/>
            <a:ext cx="22860001" cy="2"/>
          </a:xfrm>
          <a:prstGeom prst="line">
            <a:avLst/>
          </a:prstGeom>
          <a:ln w="76200">
            <a:solidFill>
              <a:schemeClr val="accent1"/>
            </a:solidFill>
            <a:miter lim="400000"/>
          </a:ln>
        </p:spPr>
        <p:txBody>
          <a:bodyPr lIns="50800" tIns="50800" rIns="50800" bIns="50800" anchor="ctr"/>
          <a:lstStyle/>
          <a:p>
            <a:pPr algn="ctr" defTabSz="825500">
              <a:spcBef>
                <a:spcPts val="0"/>
              </a:spcBef>
              <a:defRPr sz="3200" b="0" spc="0">
                <a:solidFill>
                  <a:srgbClr val="000000"/>
                </a:solidFill>
                <a:latin typeface="Graphik-Medium"/>
                <a:ea typeface="Graphik-Medium"/>
                <a:cs typeface="Graphik-Medium"/>
                <a:sym typeface="Graphik Medium"/>
              </a:defRPr>
            </a:pPr>
            <a:endParaRPr/>
          </a:p>
        </p:txBody>
      </p:sp>
      <p:sp>
        <p:nvSpPr>
          <p:cNvPr id="136" name="Slide Number"/>
          <p:cNvSpPr txBox="1">
            <a:spLocks noGrp="1"/>
          </p:cNvSpPr>
          <p:nvPr>
            <p:ph type="sldNum" sz="quarter" idx="2"/>
          </p:nvPr>
        </p:nvSpPr>
        <p:spPr>
          <a:xfrm>
            <a:off x="11990323" y="12890500"/>
            <a:ext cx="416053" cy="467107"/>
          </a:xfrm>
          <a:prstGeom prst="rect">
            <a:avLst/>
          </a:prstGeom>
        </p:spPr>
        <p:txBody>
          <a:bodyPr/>
          <a:lstStyle>
            <a:lvl1pPr>
              <a:defRPr>
                <a:solidFill>
                  <a:srgbClr val="5E5E5E"/>
                </a:solidFill>
              </a:defRPr>
            </a:lvl1p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Statement">
    <p:bg>
      <p:bgPr>
        <a:solidFill>
          <a:srgbClr val="F3F5B1"/>
        </a:solidFill>
        <a:effectLst/>
      </p:bgPr>
    </p:bg>
    <p:spTree>
      <p:nvGrpSpPr>
        <p:cNvPr id="1" name=""/>
        <p:cNvGrpSpPr/>
        <p:nvPr/>
      </p:nvGrpSpPr>
      <p:grpSpPr>
        <a:xfrm>
          <a:off x="0" y="0"/>
          <a:ext cx="0" cy="0"/>
          <a:chOff x="0" y="0"/>
          <a:chExt cx="0" cy="0"/>
        </a:xfrm>
      </p:grpSpPr>
      <p:sp>
        <p:nvSpPr>
          <p:cNvPr id="143" name="Body Level One…"/>
          <p:cNvSpPr txBox="1">
            <a:spLocks noGrp="1"/>
          </p:cNvSpPr>
          <p:nvPr>
            <p:ph type="body" sz="half" idx="1" hasCustomPrompt="1"/>
          </p:nvPr>
        </p:nvSpPr>
        <p:spPr>
          <a:xfrm>
            <a:off x="2082800" y="4337484"/>
            <a:ext cx="20205700" cy="4699001"/>
          </a:xfrm>
          <a:prstGeom prst="rect">
            <a:avLst/>
          </a:prstGeom>
        </p:spPr>
        <p:txBody>
          <a:bodyPr anchor="ctr"/>
          <a:lstStyle>
            <a:lvl1pPr>
              <a:lnSpc>
                <a:spcPct val="90000"/>
              </a:lnSpc>
              <a:defRPr sz="9000" cap="all" spc="270">
                <a:solidFill>
                  <a:schemeClr val="accent1">
                    <a:satOff val="36598"/>
                    <a:lumOff val="-17227"/>
                  </a:schemeClr>
                </a:solidFill>
              </a:defRPr>
            </a:lvl1pPr>
            <a:lvl2pPr>
              <a:lnSpc>
                <a:spcPct val="90000"/>
              </a:lnSpc>
              <a:defRPr sz="9000" cap="all" spc="270">
                <a:solidFill>
                  <a:schemeClr val="accent1">
                    <a:satOff val="36598"/>
                    <a:lumOff val="-17227"/>
                  </a:schemeClr>
                </a:solidFill>
              </a:defRPr>
            </a:lvl2pPr>
            <a:lvl3pPr>
              <a:lnSpc>
                <a:spcPct val="90000"/>
              </a:lnSpc>
              <a:defRPr sz="9000" cap="all" spc="270">
                <a:solidFill>
                  <a:schemeClr val="accent1">
                    <a:satOff val="36598"/>
                    <a:lumOff val="-17227"/>
                  </a:schemeClr>
                </a:solidFill>
              </a:defRPr>
            </a:lvl3pPr>
            <a:lvl4pPr>
              <a:lnSpc>
                <a:spcPct val="90000"/>
              </a:lnSpc>
              <a:defRPr sz="9000" cap="all" spc="270">
                <a:solidFill>
                  <a:schemeClr val="accent1">
                    <a:satOff val="36598"/>
                    <a:lumOff val="-17227"/>
                  </a:schemeClr>
                </a:solidFill>
              </a:defRPr>
            </a:lvl4pPr>
            <a:lvl5pPr>
              <a:lnSpc>
                <a:spcPct val="90000"/>
              </a:lnSpc>
              <a:defRPr sz="9000" cap="all" spc="270">
                <a:solidFill>
                  <a:schemeClr val="accent1">
                    <a:satOff val="36598"/>
                    <a:lumOff val="-17227"/>
                  </a:schemeClr>
                </a:solidFill>
              </a:defRPr>
            </a:lvl5pPr>
          </a:lstStyle>
          <a:p>
            <a:r>
              <a:t>Statement</a:t>
            </a:r>
          </a:p>
          <a:p>
            <a:pPr lvl="1"/>
            <a:endParaRPr/>
          </a:p>
          <a:p>
            <a:pPr lvl="2"/>
            <a:endParaRPr/>
          </a:p>
          <a:p>
            <a:pPr lvl="3"/>
            <a:endParaRPr/>
          </a:p>
          <a:p>
            <a:pPr lvl="4"/>
            <a:endParaRPr/>
          </a:p>
        </p:txBody>
      </p:sp>
      <p:sp>
        <p:nvSpPr>
          <p:cNvPr id="144" name="Line"/>
          <p:cNvSpPr/>
          <p:nvPr/>
        </p:nvSpPr>
        <p:spPr>
          <a:xfrm>
            <a:off x="766879" y="952500"/>
            <a:ext cx="22850242" cy="0"/>
          </a:xfrm>
          <a:prstGeom prst="line">
            <a:avLst/>
          </a:prstGeom>
          <a:ln w="76200">
            <a:solidFill>
              <a:schemeClr val="accent1"/>
            </a:solidFill>
            <a:miter lim="400000"/>
          </a:ln>
        </p:spPr>
        <p:txBody>
          <a:bodyPr lIns="50800" tIns="50800" rIns="50800" bIns="50800" anchor="ctr"/>
          <a:lstStyle/>
          <a:p>
            <a:pPr algn="ctr" defTabSz="825500">
              <a:spcBef>
                <a:spcPts val="0"/>
              </a:spcBef>
              <a:defRPr sz="3200" b="0" spc="0">
                <a:solidFill>
                  <a:srgbClr val="000000"/>
                </a:solidFill>
                <a:latin typeface="Graphik-Medium"/>
                <a:ea typeface="Graphik-Medium"/>
                <a:cs typeface="Graphik-Medium"/>
                <a:sym typeface="Graphik Medium"/>
              </a:defRPr>
            </a:pPr>
            <a:endParaRPr/>
          </a:p>
        </p:txBody>
      </p:sp>
      <p:sp>
        <p:nvSpPr>
          <p:cNvPr id="145" name="Line"/>
          <p:cNvSpPr/>
          <p:nvPr/>
        </p:nvSpPr>
        <p:spPr>
          <a:xfrm>
            <a:off x="757217" y="12603828"/>
            <a:ext cx="22862943" cy="1"/>
          </a:xfrm>
          <a:prstGeom prst="line">
            <a:avLst/>
          </a:prstGeom>
          <a:ln w="76200">
            <a:solidFill>
              <a:schemeClr val="accent1"/>
            </a:solidFill>
            <a:miter lim="400000"/>
          </a:ln>
        </p:spPr>
        <p:txBody>
          <a:bodyPr lIns="50800" tIns="50800" rIns="50800" bIns="50800" anchor="ctr"/>
          <a:lstStyle/>
          <a:p>
            <a:pPr algn="ctr" defTabSz="825500">
              <a:spcBef>
                <a:spcPts val="0"/>
              </a:spcBef>
              <a:defRPr sz="3200" b="0" spc="0">
                <a:solidFill>
                  <a:srgbClr val="000000"/>
                </a:solidFill>
                <a:latin typeface="Graphik-Medium"/>
                <a:ea typeface="Graphik-Medium"/>
                <a:cs typeface="Graphik-Medium"/>
                <a:sym typeface="Graphik Medium"/>
              </a:defRPr>
            </a:pPr>
            <a:endParaRPr/>
          </a:p>
        </p:txBody>
      </p:sp>
      <p:sp>
        <p:nvSpPr>
          <p:cNvPr id="146" name="Slide Number"/>
          <p:cNvSpPr txBox="1">
            <a:spLocks noGrp="1"/>
          </p:cNvSpPr>
          <p:nvPr>
            <p:ph type="sldNum" sz="quarter" idx="2"/>
          </p:nvPr>
        </p:nvSpPr>
        <p:spPr>
          <a:xfrm>
            <a:off x="11990323" y="12890500"/>
            <a:ext cx="416053" cy="467107"/>
          </a:xfrm>
          <a:prstGeom prst="rect">
            <a:avLst/>
          </a:prstGeom>
        </p:spPr>
        <p:txBody>
          <a:bodyPr/>
          <a:lstStyle>
            <a:lvl1pPr>
              <a:defRPr>
                <a:solidFill>
                  <a:srgbClr val="5E5E5E"/>
                </a:solidFill>
              </a:defRPr>
            </a:lvl1p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Big Fact">
    <p:bg>
      <p:bgPr>
        <a:solidFill>
          <a:srgbClr val="F3F5B1"/>
        </a:solidFill>
        <a:effectLst/>
      </p:bgPr>
    </p:bg>
    <p:spTree>
      <p:nvGrpSpPr>
        <p:cNvPr id="1" name=""/>
        <p:cNvGrpSpPr/>
        <p:nvPr/>
      </p:nvGrpSpPr>
      <p:grpSpPr>
        <a:xfrm>
          <a:off x="0" y="0"/>
          <a:ext cx="0" cy="0"/>
          <a:chOff x="0" y="0"/>
          <a:chExt cx="0" cy="0"/>
        </a:xfrm>
      </p:grpSpPr>
      <p:sp>
        <p:nvSpPr>
          <p:cNvPr id="153" name="Body Level One…"/>
          <p:cNvSpPr txBox="1">
            <a:spLocks noGrp="1"/>
          </p:cNvSpPr>
          <p:nvPr>
            <p:ph type="body" idx="1" hasCustomPrompt="1"/>
          </p:nvPr>
        </p:nvSpPr>
        <p:spPr>
          <a:xfrm>
            <a:off x="2082800" y="1509784"/>
            <a:ext cx="20205700" cy="6852293"/>
          </a:xfrm>
          <a:prstGeom prst="rect">
            <a:avLst/>
          </a:prstGeom>
        </p:spPr>
        <p:txBody>
          <a:bodyPr/>
          <a:lstStyle>
            <a:lvl1pPr>
              <a:lnSpc>
                <a:spcPct val="90000"/>
              </a:lnSpc>
              <a:defRPr sz="25000" cap="all" spc="750">
                <a:solidFill>
                  <a:schemeClr val="accent1">
                    <a:satOff val="36598"/>
                    <a:lumOff val="-17227"/>
                  </a:schemeClr>
                </a:solidFill>
              </a:defRPr>
            </a:lvl1pPr>
            <a:lvl2pPr>
              <a:lnSpc>
                <a:spcPct val="90000"/>
              </a:lnSpc>
              <a:defRPr sz="25000" cap="all" spc="750">
                <a:solidFill>
                  <a:schemeClr val="accent1">
                    <a:satOff val="36598"/>
                    <a:lumOff val="-17227"/>
                  </a:schemeClr>
                </a:solidFill>
              </a:defRPr>
            </a:lvl2pPr>
            <a:lvl3pPr>
              <a:lnSpc>
                <a:spcPct val="90000"/>
              </a:lnSpc>
              <a:defRPr sz="25000" cap="all" spc="750">
                <a:solidFill>
                  <a:schemeClr val="accent1">
                    <a:satOff val="36598"/>
                    <a:lumOff val="-17227"/>
                  </a:schemeClr>
                </a:solidFill>
              </a:defRPr>
            </a:lvl3pPr>
            <a:lvl4pPr>
              <a:lnSpc>
                <a:spcPct val="90000"/>
              </a:lnSpc>
              <a:defRPr sz="25000" cap="all" spc="750">
                <a:solidFill>
                  <a:schemeClr val="accent1">
                    <a:satOff val="36598"/>
                    <a:lumOff val="-17227"/>
                  </a:schemeClr>
                </a:solidFill>
              </a:defRPr>
            </a:lvl4pPr>
            <a:lvl5pPr>
              <a:lnSpc>
                <a:spcPct val="90000"/>
              </a:lnSpc>
              <a:defRPr sz="25000" cap="all" spc="750">
                <a:solidFill>
                  <a:schemeClr val="accent1">
                    <a:satOff val="36598"/>
                    <a:lumOff val="-17227"/>
                  </a:schemeClr>
                </a:solidFill>
              </a:defRPr>
            </a:lvl5pPr>
          </a:lstStyle>
          <a:p>
            <a:r>
              <a:t>100%</a:t>
            </a:r>
          </a:p>
          <a:p>
            <a:pPr lvl="1"/>
            <a:endParaRPr/>
          </a:p>
          <a:p>
            <a:pPr lvl="2"/>
            <a:endParaRPr/>
          </a:p>
          <a:p>
            <a:pPr lvl="3"/>
            <a:endParaRPr/>
          </a:p>
          <a:p>
            <a:pPr lvl="4"/>
            <a:endParaRPr/>
          </a:p>
        </p:txBody>
      </p:sp>
      <p:sp>
        <p:nvSpPr>
          <p:cNvPr id="154" name="Fact information"/>
          <p:cNvSpPr txBox="1">
            <a:spLocks noGrp="1"/>
          </p:cNvSpPr>
          <p:nvPr>
            <p:ph type="body" sz="quarter" idx="21" hasCustomPrompt="1"/>
          </p:nvPr>
        </p:nvSpPr>
        <p:spPr>
          <a:xfrm>
            <a:off x="2082800" y="8407994"/>
            <a:ext cx="20205700" cy="694056"/>
          </a:xfrm>
          <a:prstGeom prst="rect">
            <a:avLst/>
          </a:prstGeom>
        </p:spPr>
        <p:txBody>
          <a:bodyPr anchor="t"/>
          <a:lstStyle>
            <a:lvl1pPr>
              <a:defRPr sz="3500" spc="104">
                <a:solidFill>
                  <a:schemeClr val="accent1"/>
                </a:solidFill>
              </a:defRPr>
            </a:lvl1pPr>
          </a:lstStyle>
          <a:p>
            <a:r>
              <a:t>Fact information</a:t>
            </a:r>
          </a:p>
        </p:txBody>
      </p:sp>
      <p:sp>
        <p:nvSpPr>
          <p:cNvPr id="155" name="Line"/>
          <p:cNvSpPr/>
          <p:nvPr/>
        </p:nvSpPr>
        <p:spPr>
          <a:xfrm flipV="1">
            <a:off x="762000" y="952499"/>
            <a:ext cx="22860001" cy="2"/>
          </a:xfrm>
          <a:prstGeom prst="line">
            <a:avLst/>
          </a:prstGeom>
          <a:ln w="76200">
            <a:solidFill>
              <a:schemeClr val="accent1"/>
            </a:solidFill>
            <a:miter lim="400000"/>
          </a:ln>
        </p:spPr>
        <p:txBody>
          <a:bodyPr lIns="50800" tIns="50800" rIns="50800" bIns="50800" anchor="ctr"/>
          <a:lstStyle/>
          <a:p>
            <a:pPr algn="ctr" defTabSz="825500">
              <a:spcBef>
                <a:spcPts val="0"/>
              </a:spcBef>
              <a:defRPr sz="3200" b="0" spc="0">
                <a:solidFill>
                  <a:srgbClr val="000000"/>
                </a:solidFill>
                <a:latin typeface="Graphik-Medium"/>
                <a:ea typeface="Graphik-Medium"/>
                <a:cs typeface="Graphik-Medium"/>
                <a:sym typeface="Graphik Medium"/>
              </a:defRPr>
            </a:pPr>
            <a:endParaRPr/>
          </a:p>
        </p:txBody>
      </p:sp>
      <p:sp>
        <p:nvSpPr>
          <p:cNvPr id="156" name="Line"/>
          <p:cNvSpPr/>
          <p:nvPr/>
        </p:nvSpPr>
        <p:spPr>
          <a:xfrm>
            <a:off x="766879" y="12598400"/>
            <a:ext cx="22850242" cy="0"/>
          </a:xfrm>
          <a:prstGeom prst="line">
            <a:avLst/>
          </a:prstGeom>
          <a:ln w="76200">
            <a:solidFill>
              <a:schemeClr val="accent1"/>
            </a:solidFill>
            <a:miter lim="400000"/>
          </a:ln>
        </p:spPr>
        <p:txBody>
          <a:bodyPr lIns="50800" tIns="50800" rIns="50800" bIns="50800" anchor="ctr"/>
          <a:lstStyle/>
          <a:p>
            <a:pPr algn="ctr" defTabSz="825500">
              <a:spcBef>
                <a:spcPts val="0"/>
              </a:spcBef>
              <a:defRPr sz="3200" b="0" spc="0">
                <a:solidFill>
                  <a:srgbClr val="000000"/>
                </a:solidFill>
                <a:latin typeface="Graphik-Medium"/>
                <a:ea typeface="Graphik-Medium"/>
                <a:cs typeface="Graphik-Medium"/>
                <a:sym typeface="Graphik Medium"/>
              </a:defRPr>
            </a:pPr>
            <a:endParaRPr/>
          </a:p>
        </p:txBody>
      </p:sp>
      <p:sp>
        <p:nvSpPr>
          <p:cNvPr id="157" name="Slide Number"/>
          <p:cNvSpPr txBox="1">
            <a:spLocks noGrp="1"/>
          </p:cNvSpPr>
          <p:nvPr>
            <p:ph type="sldNum" sz="quarter" idx="2"/>
          </p:nvPr>
        </p:nvSpPr>
        <p:spPr>
          <a:xfrm>
            <a:off x="11990323" y="12890500"/>
            <a:ext cx="416053" cy="467107"/>
          </a:xfrm>
          <a:prstGeom prst="rect">
            <a:avLst/>
          </a:prstGeom>
        </p:spPr>
        <p:txBody>
          <a:bodyPr/>
          <a:lstStyle>
            <a:lvl1pPr>
              <a:defRPr>
                <a:solidFill>
                  <a:srgbClr val="5E5E5E"/>
                </a:solidFill>
              </a:defRPr>
            </a:lvl1p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Quote">
    <p:bg>
      <p:bgPr>
        <a:solidFill>
          <a:srgbClr val="FFCBC5"/>
        </a:solidFill>
        <a:effectLst/>
      </p:bgPr>
    </p:bg>
    <p:spTree>
      <p:nvGrpSpPr>
        <p:cNvPr id="1" name=""/>
        <p:cNvGrpSpPr/>
        <p:nvPr/>
      </p:nvGrpSpPr>
      <p:grpSpPr>
        <a:xfrm>
          <a:off x="0" y="0"/>
          <a:ext cx="0" cy="0"/>
          <a:chOff x="0" y="0"/>
          <a:chExt cx="0" cy="0"/>
        </a:xfrm>
      </p:grpSpPr>
      <p:sp>
        <p:nvSpPr>
          <p:cNvPr id="164" name="Attribution"/>
          <p:cNvSpPr txBox="1">
            <a:spLocks noGrp="1"/>
          </p:cNvSpPr>
          <p:nvPr>
            <p:ph type="body" sz="quarter" idx="21" hasCustomPrompt="1"/>
          </p:nvPr>
        </p:nvSpPr>
        <p:spPr>
          <a:xfrm>
            <a:off x="2088436" y="11375561"/>
            <a:ext cx="20207127" cy="706629"/>
          </a:xfrm>
          <a:prstGeom prst="rect">
            <a:avLst/>
          </a:prstGeom>
        </p:spPr>
        <p:txBody>
          <a:bodyPr anchor="t"/>
          <a:lstStyle>
            <a:lvl1pPr>
              <a:defRPr>
                <a:solidFill>
                  <a:schemeClr val="accent1"/>
                </a:solidFill>
              </a:defRPr>
            </a:lvl1pPr>
          </a:lstStyle>
          <a:p>
            <a:r>
              <a:t>Attribution</a:t>
            </a:r>
          </a:p>
        </p:txBody>
      </p:sp>
      <p:sp>
        <p:nvSpPr>
          <p:cNvPr id="165" name="Line"/>
          <p:cNvSpPr/>
          <p:nvPr/>
        </p:nvSpPr>
        <p:spPr>
          <a:xfrm flipV="1">
            <a:off x="762000" y="952499"/>
            <a:ext cx="22860001" cy="2"/>
          </a:xfrm>
          <a:prstGeom prst="line">
            <a:avLst/>
          </a:prstGeom>
          <a:ln w="76200">
            <a:solidFill>
              <a:schemeClr val="accent1">
                <a:satOff val="36598"/>
                <a:lumOff val="-17227"/>
              </a:schemeClr>
            </a:solidFill>
            <a:miter lim="400000"/>
          </a:ln>
        </p:spPr>
        <p:txBody>
          <a:bodyPr lIns="50800" tIns="50800" rIns="50800" bIns="50800" anchor="ctr"/>
          <a:lstStyle/>
          <a:p>
            <a:pPr algn="ctr" defTabSz="825500">
              <a:spcBef>
                <a:spcPts val="0"/>
              </a:spcBef>
              <a:defRPr sz="3200" b="0" spc="0">
                <a:solidFill>
                  <a:srgbClr val="000000"/>
                </a:solidFill>
                <a:latin typeface="Graphik-Medium"/>
                <a:ea typeface="Graphik-Medium"/>
                <a:cs typeface="Graphik-Medium"/>
                <a:sym typeface="Graphik Medium"/>
              </a:defRPr>
            </a:pPr>
            <a:endParaRPr/>
          </a:p>
        </p:txBody>
      </p:sp>
      <p:sp>
        <p:nvSpPr>
          <p:cNvPr id="166" name="Line"/>
          <p:cNvSpPr/>
          <p:nvPr/>
        </p:nvSpPr>
        <p:spPr>
          <a:xfrm>
            <a:off x="762000" y="12598400"/>
            <a:ext cx="22860001" cy="0"/>
          </a:xfrm>
          <a:prstGeom prst="line">
            <a:avLst/>
          </a:prstGeom>
          <a:ln w="76200">
            <a:solidFill>
              <a:schemeClr val="accent1">
                <a:satOff val="36598"/>
                <a:lumOff val="-17227"/>
              </a:schemeClr>
            </a:solidFill>
            <a:miter lim="400000"/>
          </a:ln>
        </p:spPr>
        <p:txBody>
          <a:bodyPr lIns="50800" tIns="50800" rIns="50800" bIns="50800" anchor="ctr"/>
          <a:lstStyle/>
          <a:p>
            <a:pPr algn="ctr" defTabSz="825500">
              <a:spcBef>
                <a:spcPts val="0"/>
              </a:spcBef>
              <a:defRPr sz="3200" b="0" spc="0">
                <a:solidFill>
                  <a:srgbClr val="000000"/>
                </a:solidFill>
                <a:latin typeface="Graphik-Medium"/>
                <a:ea typeface="Graphik-Medium"/>
                <a:cs typeface="Graphik-Medium"/>
                <a:sym typeface="Graphik Medium"/>
              </a:defRPr>
            </a:pPr>
            <a:endParaRPr/>
          </a:p>
        </p:txBody>
      </p:sp>
      <p:sp>
        <p:nvSpPr>
          <p:cNvPr id="167" name="Body Level One…"/>
          <p:cNvSpPr txBox="1">
            <a:spLocks noGrp="1"/>
          </p:cNvSpPr>
          <p:nvPr>
            <p:ph type="body" sz="half" idx="1" hasCustomPrompt="1"/>
          </p:nvPr>
        </p:nvSpPr>
        <p:spPr>
          <a:xfrm>
            <a:off x="2088436" y="4298870"/>
            <a:ext cx="20207128" cy="4699001"/>
          </a:xfrm>
          <a:prstGeom prst="rect">
            <a:avLst/>
          </a:prstGeom>
        </p:spPr>
        <p:txBody>
          <a:bodyPr anchor="ctr"/>
          <a:lstStyle>
            <a:lvl1pPr>
              <a:lnSpc>
                <a:spcPct val="90000"/>
              </a:lnSpc>
              <a:defRPr sz="9500" cap="all" spc="190">
                <a:solidFill>
                  <a:schemeClr val="accent1">
                    <a:satOff val="36598"/>
                    <a:lumOff val="-17227"/>
                  </a:schemeClr>
                </a:solidFill>
              </a:defRPr>
            </a:lvl1pPr>
            <a:lvl2pPr>
              <a:lnSpc>
                <a:spcPct val="90000"/>
              </a:lnSpc>
              <a:defRPr sz="9500" cap="all" spc="190">
                <a:solidFill>
                  <a:schemeClr val="accent1">
                    <a:satOff val="36598"/>
                    <a:lumOff val="-17227"/>
                  </a:schemeClr>
                </a:solidFill>
              </a:defRPr>
            </a:lvl2pPr>
            <a:lvl3pPr>
              <a:lnSpc>
                <a:spcPct val="90000"/>
              </a:lnSpc>
              <a:defRPr sz="9500" cap="all" spc="190">
                <a:solidFill>
                  <a:schemeClr val="accent1">
                    <a:satOff val="36598"/>
                    <a:lumOff val="-17227"/>
                  </a:schemeClr>
                </a:solidFill>
              </a:defRPr>
            </a:lvl3pPr>
            <a:lvl4pPr>
              <a:lnSpc>
                <a:spcPct val="90000"/>
              </a:lnSpc>
              <a:defRPr sz="9500" cap="all" spc="190">
                <a:solidFill>
                  <a:schemeClr val="accent1">
                    <a:satOff val="36598"/>
                    <a:lumOff val="-17227"/>
                  </a:schemeClr>
                </a:solidFill>
              </a:defRPr>
            </a:lvl4pPr>
            <a:lvl5pPr>
              <a:lnSpc>
                <a:spcPct val="90000"/>
              </a:lnSpc>
              <a:defRPr sz="9500" cap="all" spc="190">
                <a:solidFill>
                  <a:schemeClr val="accent1">
                    <a:satOff val="36598"/>
                    <a:lumOff val="-17227"/>
                  </a:schemeClr>
                </a:solidFill>
              </a:defRPr>
            </a:lvl5pPr>
          </a:lstStyle>
          <a:p>
            <a:r>
              <a:t>“Notable Quote”</a:t>
            </a:r>
          </a:p>
          <a:p>
            <a:pPr lvl="1"/>
            <a:endParaRPr/>
          </a:p>
          <a:p>
            <a:pPr lvl="2"/>
            <a:endParaRPr/>
          </a:p>
          <a:p>
            <a:pPr lvl="3"/>
            <a:endParaRPr/>
          </a:p>
          <a:p>
            <a:pPr lvl="4"/>
            <a:endParaRPr/>
          </a:p>
        </p:txBody>
      </p:sp>
      <p:sp>
        <p:nvSpPr>
          <p:cNvPr id="168" name="Slide Number"/>
          <p:cNvSpPr txBox="1">
            <a:spLocks noGrp="1"/>
          </p:cNvSpPr>
          <p:nvPr>
            <p:ph type="sldNum" sz="quarter" idx="2"/>
          </p:nvPr>
        </p:nvSpPr>
        <p:spPr>
          <a:xfrm>
            <a:off x="11990323" y="12890500"/>
            <a:ext cx="416053" cy="467107"/>
          </a:xfrm>
          <a:prstGeom prst="rect">
            <a:avLst/>
          </a:prstGeom>
        </p:spPr>
        <p:txBody>
          <a:bodyPr/>
          <a:lstStyle>
            <a:lvl1pPr>
              <a:defRPr>
                <a:solidFill>
                  <a:srgbClr val="5E5E5E"/>
                </a:solidFill>
              </a:defRPr>
            </a:lvl1p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Photo - 3 Up">
    <p:bg>
      <p:bgPr>
        <a:solidFill>
          <a:srgbClr val="FFF5F2"/>
        </a:solidFill>
        <a:effectLst/>
      </p:bgPr>
    </p:bg>
    <p:spTree>
      <p:nvGrpSpPr>
        <p:cNvPr id="1" name=""/>
        <p:cNvGrpSpPr/>
        <p:nvPr/>
      </p:nvGrpSpPr>
      <p:grpSpPr>
        <a:xfrm>
          <a:off x="0" y="0"/>
          <a:ext cx="0" cy="0"/>
          <a:chOff x="0" y="0"/>
          <a:chExt cx="0" cy="0"/>
        </a:xfrm>
      </p:grpSpPr>
      <p:sp>
        <p:nvSpPr>
          <p:cNvPr id="175" name="Pink typewriter on a pink three-drawer dresser in front of a pink wall"/>
          <p:cNvSpPr>
            <a:spLocks noGrp="1"/>
          </p:cNvSpPr>
          <p:nvPr>
            <p:ph type="pic" idx="21"/>
          </p:nvPr>
        </p:nvSpPr>
        <p:spPr>
          <a:xfrm>
            <a:off x="-609600" y="431800"/>
            <a:ext cx="21514742" cy="12103100"/>
          </a:xfrm>
          <a:prstGeom prst="rect">
            <a:avLst/>
          </a:prstGeom>
          <a:ln w="114300">
            <a:solidFill>
              <a:srgbClr val="FFFFFF"/>
            </a:solidFill>
          </a:ln>
        </p:spPr>
        <p:txBody>
          <a:bodyPr lIns="91439" tIns="45719" rIns="91439" bIns="45719" anchor="t">
            <a:noAutofit/>
          </a:bodyPr>
          <a:lstStyle/>
          <a:p>
            <a:endParaRPr/>
          </a:p>
        </p:txBody>
      </p:sp>
      <p:sp>
        <p:nvSpPr>
          <p:cNvPr id="176" name="Bright turquoise cassette tape on a pink background"/>
          <p:cNvSpPr>
            <a:spLocks noGrp="1"/>
          </p:cNvSpPr>
          <p:nvPr>
            <p:ph type="pic" sz="quarter" idx="22"/>
          </p:nvPr>
        </p:nvSpPr>
        <p:spPr>
          <a:xfrm>
            <a:off x="15836900" y="-203200"/>
            <a:ext cx="7747000" cy="7747000"/>
          </a:xfrm>
          <a:prstGeom prst="rect">
            <a:avLst/>
          </a:prstGeom>
          <a:ln w="114300">
            <a:solidFill>
              <a:srgbClr val="FFFFFF"/>
            </a:solidFill>
          </a:ln>
        </p:spPr>
        <p:txBody>
          <a:bodyPr lIns="91439" tIns="45719" rIns="91439" bIns="45719" anchor="t">
            <a:noAutofit/>
          </a:bodyPr>
          <a:lstStyle/>
          <a:p>
            <a:endParaRPr/>
          </a:p>
        </p:txBody>
      </p:sp>
      <p:sp>
        <p:nvSpPr>
          <p:cNvPr id="177" name="Small retro clock on a green shelf against a yellow background"/>
          <p:cNvSpPr>
            <a:spLocks noGrp="1"/>
          </p:cNvSpPr>
          <p:nvPr>
            <p:ph type="pic" idx="23"/>
          </p:nvPr>
        </p:nvSpPr>
        <p:spPr>
          <a:xfrm>
            <a:off x="10769600" y="-6083300"/>
            <a:ext cx="17881600" cy="23842133"/>
          </a:xfrm>
          <a:prstGeom prst="rect">
            <a:avLst/>
          </a:prstGeom>
          <a:ln w="114300">
            <a:solidFill>
              <a:srgbClr val="FFFFFF"/>
            </a:solidFill>
          </a:ln>
        </p:spPr>
        <p:txBody>
          <a:bodyPr lIns="91439" tIns="45719" rIns="91439" bIns="45719" anchor="t">
            <a:noAutofit/>
          </a:bodyPr>
          <a:lstStyle/>
          <a:p>
            <a:endParaRPr/>
          </a:p>
        </p:txBody>
      </p:sp>
      <p:sp>
        <p:nvSpPr>
          <p:cNvPr id="178" name="Slide Number"/>
          <p:cNvSpPr txBox="1">
            <a:spLocks noGrp="1"/>
          </p:cNvSpPr>
          <p:nvPr>
            <p:ph type="sldNum" sz="quarter" idx="2"/>
          </p:nvPr>
        </p:nvSpPr>
        <p:spPr>
          <a:xfrm>
            <a:off x="11990323" y="12890500"/>
            <a:ext cx="416053" cy="467107"/>
          </a:xfrm>
          <a:prstGeom prst="rect">
            <a:avLst/>
          </a:prstGeom>
        </p:spPr>
        <p:txBody>
          <a:bodyPr/>
          <a:lstStyle>
            <a:lvl1pPr>
              <a:defRPr>
                <a:solidFill>
                  <a:srgbClr val="5E5E5E"/>
                </a:solidFill>
              </a:defRPr>
            </a:lvl1p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cSld name="Photo">
    <p:bg>
      <p:bgPr>
        <a:solidFill>
          <a:srgbClr val="FFF5F2"/>
        </a:solidFill>
        <a:effectLst/>
      </p:bgPr>
    </p:bg>
    <p:spTree>
      <p:nvGrpSpPr>
        <p:cNvPr id="1" name=""/>
        <p:cNvGrpSpPr/>
        <p:nvPr/>
      </p:nvGrpSpPr>
      <p:grpSpPr>
        <a:xfrm>
          <a:off x="0" y="0"/>
          <a:ext cx="0" cy="0"/>
          <a:chOff x="0" y="0"/>
          <a:chExt cx="0" cy="0"/>
        </a:xfrm>
      </p:grpSpPr>
      <p:sp>
        <p:nvSpPr>
          <p:cNvPr id="185" name="Four vintage television sets in a row with fluorescent colours: pink, blue, orange and green"/>
          <p:cNvSpPr>
            <a:spLocks noGrp="1"/>
          </p:cNvSpPr>
          <p:nvPr>
            <p:ph type="pic" idx="21"/>
          </p:nvPr>
        </p:nvSpPr>
        <p:spPr>
          <a:xfrm>
            <a:off x="760214" y="279400"/>
            <a:ext cx="22863633" cy="12866707"/>
          </a:xfrm>
          <a:prstGeom prst="rect">
            <a:avLst/>
          </a:prstGeom>
          <a:ln w="114300">
            <a:solidFill>
              <a:srgbClr val="FFFFFF"/>
            </a:solidFill>
          </a:ln>
        </p:spPr>
        <p:txBody>
          <a:bodyPr lIns="91439" tIns="45719" rIns="91439" bIns="45719" anchor="t">
            <a:noAutofit/>
          </a:bodyPr>
          <a:lstStyle/>
          <a:p>
            <a:endParaRPr/>
          </a:p>
        </p:txBody>
      </p:sp>
      <p:sp>
        <p:nvSpPr>
          <p:cNvPr id="186" name="Slide Number"/>
          <p:cNvSpPr txBox="1">
            <a:spLocks noGrp="1"/>
          </p:cNvSpPr>
          <p:nvPr>
            <p:ph type="sldNum" sz="quarter" idx="2"/>
          </p:nvPr>
        </p:nvSpPr>
        <p:spPr>
          <a:xfrm>
            <a:off x="11990323" y="12890500"/>
            <a:ext cx="416053" cy="467107"/>
          </a:xfrm>
          <a:prstGeom prst="rect">
            <a:avLst/>
          </a:prstGeom>
        </p:spPr>
        <p:txBody>
          <a:bodyPr/>
          <a:lstStyle>
            <a:lvl1pPr>
              <a:defRPr>
                <a:solidFill>
                  <a:srgbClr val="5E5E5E"/>
                </a:solidFill>
              </a:defRPr>
            </a:lvl1p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x">
  <p:cSld name="Blank">
    <p:bg>
      <p:bgPr>
        <a:solidFill>
          <a:srgbClr val="FFF5F2"/>
        </a:solidFill>
        <a:effectLst/>
      </p:bgPr>
    </p:bg>
    <p:spTree>
      <p:nvGrpSpPr>
        <p:cNvPr id="1" name=""/>
        <p:cNvGrpSpPr/>
        <p:nvPr/>
      </p:nvGrpSpPr>
      <p:grpSpPr>
        <a:xfrm>
          <a:off x="0" y="0"/>
          <a:ext cx="0" cy="0"/>
          <a:chOff x="0" y="0"/>
          <a:chExt cx="0" cy="0"/>
        </a:xfrm>
      </p:grpSpPr>
      <p:sp>
        <p:nvSpPr>
          <p:cNvPr id="193" name="Slide Number"/>
          <p:cNvSpPr txBox="1">
            <a:spLocks noGrp="1"/>
          </p:cNvSpPr>
          <p:nvPr>
            <p:ph type="sldNum" sz="quarter" idx="2"/>
          </p:nvPr>
        </p:nvSpPr>
        <p:spPr>
          <a:xfrm>
            <a:off x="11990323" y="12890500"/>
            <a:ext cx="416053" cy="467107"/>
          </a:xfrm>
          <a:prstGeom prst="rect">
            <a:avLst/>
          </a:prstGeom>
        </p:spPr>
        <p:txBody>
          <a:bodyPr/>
          <a:lstStyle>
            <a:lvl1pPr>
              <a:defRPr>
                <a:solidFill>
                  <a:srgbClr val="5E5E5E"/>
                </a:solidFill>
              </a:defRPr>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Presentation Title"/>
          <p:cNvSpPr txBox="1">
            <a:spLocks noGrp="1"/>
          </p:cNvSpPr>
          <p:nvPr>
            <p:ph type="title" hasCustomPrompt="1"/>
          </p:nvPr>
        </p:nvSpPr>
        <p:spPr>
          <a:xfrm>
            <a:off x="2082800" y="4902200"/>
            <a:ext cx="20205700" cy="3911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Presentation Title</a:t>
            </a:r>
          </a:p>
        </p:txBody>
      </p:sp>
      <p:sp>
        <p:nvSpPr>
          <p:cNvPr id="3" name="Body Level One…"/>
          <p:cNvSpPr txBox="1">
            <a:spLocks noGrp="1"/>
          </p:cNvSpPr>
          <p:nvPr>
            <p:ph type="body" idx="1" hasCustomPrompt="1"/>
          </p:nvPr>
        </p:nvSpPr>
        <p:spPr>
          <a:xfrm>
            <a:off x="2082800" y="3495675"/>
            <a:ext cx="20205700" cy="1614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b">
            <a:normAutofit/>
          </a:bodyPr>
          <a:lstStyle/>
          <a:p>
            <a:r>
              <a:t>Presentation Subtitle</a:t>
            </a:r>
          </a:p>
          <a:p>
            <a:pPr lvl="1"/>
            <a:endParaRPr/>
          </a:p>
          <a:p>
            <a:pPr lvl="2"/>
            <a:endParaRPr/>
          </a:p>
          <a:p>
            <a:pPr lvl="3"/>
            <a:endParaRPr/>
          </a:p>
          <a:p>
            <a:pPr lvl="4"/>
            <a:endParaRPr/>
          </a:p>
        </p:txBody>
      </p:sp>
      <p:sp>
        <p:nvSpPr>
          <p:cNvPr id="4" name="Line"/>
          <p:cNvSpPr/>
          <p:nvPr/>
        </p:nvSpPr>
        <p:spPr>
          <a:xfrm flipV="1">
            <a:off x="766879" y="12048066"/>
            <a:ext cx="22850240" cy="12701"/>
          </a:xfrm>
          <a:prstGeom prst="line">
            <a:avLst/>
          </a:prstGeom>
          <a:ln w="76200">
            <a:solidFill>
              <a:schemeClr val="accent1">
                <a:satOff val="36598"/>
                <a:lumOff val="-17227"/>
              </a:schemeClr>
            </a:solidFill>
            <a:miter lim="400000"/>
          </a:ln>
        </p:spPr>
        <p:txBody>
          <a:bodyPr lIns="50800" tIns="50800" rIns="50800" bIns="50800" anchor="ctr"/>
          <a:lstStyle/>
          <a:p>
            <a:pPr algn="ctr" defTabSz="825500">
              <a:spcBef>
                <a:spcPts val="0"/>
              </a:spcBef>
              <a:defRPr sz="3200" b="0" spc="0">
                <a:solidFill>
                  <a:srgbClr val="000000"/>
                </a:solidFill>
                <a:latin typeface="Graphik-Medium"/>
                <a:ea typeface="Graphik-Medium"/>
                <a:cs typeface="Graphik-Medium"/>
                <a:sym typeface="Graphik Medium"/>
              </a:defRPr>
            </a:pPr>
            <a:endParaRPr/>
          </a:p>
        </p:txBody>
      </p:sp>
      <p:sp>
        <p:nvSpPr>
          <p:cNvPr id="5" name="Line"/>
          <p:cNvSpPr/>
          <p:nvPr/>
        </p:nvSpPr>
        <p:spPr>
          <a:xfrm>
            <a:off x="766879" y="952500"/>
            <a:ext cx="22850242" cy="0"/>
          </a:xfrm>
          <a:prstGeom prst="line">
            <a:avLst/>
          </a:prstGeom>
          <a:ln w="76200">
            <a:solidFill>
              <a:schemeClr val="accent1">
                <a:satOff val="36598"/>
                <a:lumOff val="-17227"/>
              </a:schemeClr>
            </a:solidFill>
            <a:miter lim="400000"/>
          </a:ln>
        </p:spPr>
        <p:txBody>
          <a:bodyPr lIns="50800" tIns="50800" rIns="50800" bIns="50800" anchor="ctr"/>
          <a:lstStyle/>
          <a:p>
            <a:pPr algn="ctr" defTabSz="825500">
              <a:spcBef>
                <a:spcPts val="0"/>
              </a:spcBef>
              <a:defRPr sz="3200" b="0" spc="0">
                <a:solidFill>
                  <a:srgbClr val="000000"/>
                </a:solidFill>
                <a:latin typeface="Graphik-Medium"/>
                <a:ea typeface="Graphik-Medium"/>
                <a:cs typeface="Graphik-Medium"/>
                <a:sym typeface="Graphik Medium"/>
              </a:defRPr>
            </a:pPr>
            <a:endParaRPr/>
          </a:p>
        </p:txBody>
      </p:sp>
      <p:sp>
        <p:nvSpPr>
          <p:cNvPr id="6" name="Line"/>
          <p:cNvSpPr/>
          <p:nvPr/>
        </p:nvSpPr>
        <p:spPr>
          <a:xfrm flipV="1">
            <a:off x="6527799" y="12034558"/>
            <a:ext cx="1" cy="1114983"/>
          </a:xfrm>
          <a:prstGeom prst="line">
            <a:avLst/>
          </a:prstGeom>
          <a:ln w="76200">
            <a:solidFill>
              <a:schemeClr val="accent1">
                <a:satOff val="36598"/>
                <a:lumOff val="-17227"/>
              </a:schemeClr>
            </a:solidFill>
            <a:miter lim="400000"/>
          </a:ln>
        </p:spPr>
        <p:txBody>
          <a:bodyPr lIns="50800" tIns="50800" rIns="50800" bIns="50800" anchor="ctr"/>
          <a:lstStyle/>
          <a:p>
            <a:pPr algn="ctr" defTabSz="825500">
              <a:spcBef>
                <a:spcPts val="0"/>
              </a:spcBef>
              <a:defRPr sz="3200" b="0" spc="0">
                <a:solidFill>
                  <a:srgbClr val="000000"/>
                </a:solidFill>
                <a:latin typeface="Graphik-Medium"/>
                <a:ea typeface="Graphik-Medium"/>
                <a:cs typeface="Graphik-Medium"/>
                <a:sym typeface="Graphik Medium"/>
              </a:defRPr>
            </a:pPr>
            <a:endParaRPr/>
          </a:p>
        </p:txBody>
      </p:sp>
      <p:sp>
        <p:nvSpPr>
          <p:cNvPr id="7" name="Line"/>
          <p:cNvSpPr/>
          <p:nvPr/>
        </p:nvSpPr>
        <p:spPr>
          <a:xfrm flipV="1">
            <a:off x="17856201" y="12034558"/>
            <a:ext cx="1" cy="1114983"/>
          </a:xfrm>
          <a:prstGeom prst="line">
            <a:avLst/>
          </a:prstGeom>
          <a:ln w="76200">
            <a:solidFill>
              <a:schemeClr val="accent1">
                <a:satOff val="36598"/>
                <a:lumOff val="-17227"/>
              </a:schemeClr>
            </a:solidFill>
            <a:miter lim="400000"/>
          </a:ln>
        </p:spPr>
        <p:txBody>
          <a:bodyPr lIns="50800" tIns="50800" rIns="50800" bIns="50800" anchor="ctr"/>
          <a:lstStyle/>
          <a:p>
            <a:pPr algn="ctr" defTabSz="825500">
              <a:spcBef>
                <a:spcPts val="0"/>
              </a:spcBef>
              <a:defRPr sz="3200" b="0" spc="0">
                <a:solidFill>
                  <a:srgbClr val="000000"/>
                </a:solidFill>
                <a:latin typeface="Graphik-Medium"/>
                <a:ea typeface="Graphik-Medium"/>
                <a:cs typeface="Graphik-Medium"/>
                <a:sym typeface="Graphik Medium"/>
              </a:defRPr>
            </a:pPr>
            <a:endParaRPr/>
          </a:p>
        </p:txBody>
      </p:sp>
      <p:sp>
        <p:nvSpPr>
          <p:cNvPr id="8" name="Slide Number"/>
          <p:cNvSpPr txBox="1">
            <a:spLocks noGrp="1"/>
          </p:cNvSpPr>
          <p:nvPr>
            <p:ph type="sldNum" sz="quarter" idx="2"/>
          </p:nvPr>
        </p:nvSpPr>
        <p:spPr>
          <a:xfrm>
            <a:off x="11988800" y="12890500"/>
            <a:ext cx="416053" cy="467107"/>
          </a:xfrm>
          <a:prstGeom prst="rect">
            <a:avLst/>
          </a:prstGeom>
          <a:ln w="12700">
            <a:miter lim="400000"/>
          </a:ln>
        </p:spPr>
        <p:txBody>
          <a:bodyPr wrap="none" lIns="50800" tIns="50800" rIns="50800" bIns="50800" anchor="b">
            <a:spAutoFit/>
          </a:bodyPr>
          <a:lstStyle>
            <a:lvl1pPr algn="ctr" defTabSz="584200">
              <a:spcBef>
                <a:spcPts val="0"/>
              </a:spcBef>
              <a:defRPr sz="2200" b="0" spc="0">
                <a:solidFill>
                  <a:srgbClr val="FFFFFF"/>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ransition spd="med"/>
  <p:txStyles>
    <p:titleStyle>
      <a:lvl1pPr marL="0" marR="0" indent="0" algn="ctr" defTabSz="584200" rtl="0" latinLnBrk="0">
        <a:lnSpc>
          <a:spcPct val="90000"/>
        </a:lnSpc>
        <a:spcBef>
          <a:spcPts val="0"/>
        </a:spcBef>
        <a:spcAft>
          <a:spcPts val="0"/>
        </a:spcAft>
        <a:buClrTx/>
        <a:buSzTx/>
        <a:buFontTx/>
        <a:buNone/>
        <a:tabLst/>
        <a:defRPr sz="11000" b="1" i="0" u="none" strike="noStrike" cap="all" spc="330" baseline="0">
          <a:solidFill>
            <a:srgbClr val="FFFFFF"/>
          </a:solidFill>
          <a:uFillTx/>
          <a:latin typeface="+mn-lt"/>
          <a:ea typeface="+mn-ea"/>
          <a:cs typeface="+mn-cs"/>
          <a:sym typeface="Graphik"/>
        </a:defRPr>
      </a:lvl1pPr>
      <a:lvl2pPr marL="0" marR="0" indent="457200" algn="ctr" defTabSz="584200" rtl="0" latinLnBrk="0">
        <a:lnSpc>
          <a:spcPct val="90000"/>
        </a:lnSpc>
        <a:spcBef>
          <a:spcPts val="0"/>
        </a:spcBef>
        <a:spcAft>
          <a:spcPts val="0"/>
        </a:spcAft>
        <a:buClrTx/>
        <a:buSzTx/>
        <a:buFontTx/>
        <a:buNone/>
        <a:tabLst/>
        <a:defRPr sz="11000" b="1" i="0" u="none" strike="noStrike" cap="all" spc="330" baseline="0">
          <a:solidFill>
            <a:srgbClr val="FFFFFF"/>
          </a:solidFill>
          <a:uFillTx/>
          <a:latin typeface="+mn-lt"/>
          <a:ea typeface="+mn-ea"/>
          <a:cs typeface="+mn-cs"/>
          <a:sym typeface="Graphik"/>
        </a:defRPr>
      </a:lvl2pPr>
      <a:lvl3pPr marL="0" marR="0" indent="914400" algn="ctr" defTabSz="584200" rtl="0" latinLnBrk="0">
        <a:lnSpc>
          <a:spcPct val="90000"/>
        </a:lnSpc>
        <a:spcBef>
          <a:spcPts val="0"/>
        </a:spcBef>
        <a:spcAft>
          <a:spcPts val="0"/>
        </a:spcAft>
        <a:buClrTx/>
        <a:buSzTx/>
        <a:buFontTx/>
        <a:buNone/>
        <a:tabLst/>
        <a:defRPr sz="11000" b="1" i="0" u="none" strike="noStrike" cap="all" spc="330" baseline="0">
          <a:solidFill>
            <a:srgbClr val="FFFFFF"/>
          </a:solidFill>
          <a:uFillTx/>
          <a:latin typeface="+mn-lt"/>
          <a:ea typeface="+mn-ea"/>
          <a:cs typeface="+mn-cs"/>
          <a:sym typeface="Graphik"/>
        </a:defRPr>
      </a:lvl3pPr>
      <a:lvl4pPr marL="0" marR="0" indent="1371600" algn="ctr" defTabSz="584200" rtl="0" latinLnBrk="0">
        <a:lnSpc>
          <a:spcPct val="90000"/>
        </a:lnSpc>
        <a:spcBef>
          <a:spcPts val="0"/>
        </a:spcBef>
        <a:spcAft>
          <a:spcPts val="0"/>
        </a:spcAft>
        <a:buClrTx/>
        <a:buSzTx/>
        <a:buFontTx/>
        <a:buNone/>
        <a:tabLst/>
        <a:defRPr sz="11000" b="1" i="0" u="none" strike="noStrike" cap="all" spc="330" baseline="0">
          <a:solidFill>
            <a:srgbClr val="FFFFFF"/>
          </a:solidFill>
          <a:uFillTx/>
          <a:latin typeface="+mn-lt"/>
          <a:ea typeface="+mn-ea"/>
          <a:cs typeface="+mn-cs"/>
          <a:sym typeface="Graphik"/>
        </a:defRPr>
      </a:lvl4pPr>
      <a:lvl5pPr marL="0" marR="0" indent="1828800" algn="ctr" defTabSz="584200" rtl="0" latinLnBrk="0">
        <a:lnSpc>
          <a:spcPct val="90000"/>
        </a:lnSpc>
        <a:spcBef>
          <a:spcPts val="0"/>
        </a:spcBef>
        <a:spcAft>
          <a:spcPts val="0"/>
        </a:spcAft>
        <a:buClrTx/>
        <a:buSzTx/>
        <a:buFontTx/>
        <a:buNone/>
        <a:tabLst/>
        <a:defRPr sz="11000" b="1" i="0" u="none" strike="noStrike" cap="all" spc="330" baseline="0">
          <a:solidFill>
            <a:srgbClr val="FFFFFF"/>
          </a:solidFill>
          <a:uFillTx/>
          <a:latin typeface="+mn-lt"/>
          <a:ea typeface="+mn-ea"/>
          <a:cs typeface="+mn-cs"/>
          <a:sym typeface="Graphik"/>
        </a:defRPr>
      </a:lvl5pPr>
      <a:lvl6pPr marL="0" marR="0" indent="2286000" algn="ctr" defTabSz="584200" rtl="0" latinLnBrk="0">
        <a:lnSpc>
          <a:spcPct val="90000"/>
        </a:lnSpc>
        <a:spcBef>
          <a:spcPts val="0"/>
        </a:spcBef>
        <a:spcAft>
          <a:spcPts val="0"/>
        </a:spcAft>
        <a:buClrTx/>
        <a:buSzTx/>
        <a:buFontTx/>
        <a:buNone/>
        <a:tabLst/>
        <a:defRPr sz="11000" b="1" i="0" u="none" strike="noStrike" cap="all" spc="330" baseline="0">
          <a:solidFill>
            <a:srgbClr val="FFFFFF"/>
          </a:solidFill>
          <a:uFillTx/>
          <a:latin typeface="+mn-lt"/>
          <a:ea typeface="+mn-ea"/>
          <a:cs typeface="+mn-cs"/>
          <a:sym typeface="Graphik"/>
        </a:defRPr>
      </a:lvl6pPr>
      <a:lvl7pPr marL="0" marR="0" indent="2743200" algn="ctr" defTabSz="584200" rtl="0" latinLnBrk="0">
        <a:lnSpc>
          <a:spcPct val="90000"/>
        </a:lnSpc>
        <a:spcBef>
          <a:spcPts val="0"/>
        </a:spcBef>
        <a:spcAft>
          <a:spcPts val="0"/>
        </a:spcAft>
        <a:buClrTx/>
        <a:buSzTx/>
        <a:buFontTx/>
        <a:buNone/>
        <a:tabLst/>
        <a:defRPr sz="11000" b="1" i="0" u="none" strike="noStrike" cap="all" spc="330" baseline="0">
          <a:solidFill>
            <a:srgbClr val="FFFFFF"/>
          </a:solidFill>
          <a:uFillTx/>
          <a:latin typeface="+mn-lt"/>
          <a:ea typeface="+mn-ea"/>
          <a:cs typeface="+mn-cs"/>
          <a:sym typeface="Graphik"/>
        </a:defRPr>
      </a:lvl7pPr>
      <a:lvl8pPr marL="0" marR="0" indent="3200400" algn="ctr" defTabSz="584200" rtl="0" latinLnBrk="0">
        <a:lnSpc>
          <a:spcPct val="90000"/>
        </a:lnSpc>
        <a:spcBef>
          <a:spcPts val="0"/>
        </a:spcBef>
        <a:spcAft>
          <a:spcPts val="0"/>
        </a:spcAft>
        <a:buClrTx/>
        <a:buSzTx/>
        <a:buFontTx/>
        <a:buNone/>
        <a:tabLst/>
        <a:defRPr sz="11000" b="1" i="0" u="none" strike="noStrike" cap="all" spc="330" baseline="0">
          <a:solidFill>
            <a:srgbClr val="FFFFFF"/>
          </a:solidFill>
          <a:uFillTx/>
          <a:latin typeface="+mn-lt"/>
          <a:ea typeface="+mn-ea"/>
          <a:cs typeface="+mn-cs"/>
          <a:sym typeface="Graphik"/>
        </a:defRPr>
      </a:lvl8pPr>
      <a:lvl9pPr marL="0" marR="0" indent="3657600" algn="ctr" defTabSz="584200" rtl="0" latinLnBrk="0">
        <a:lnSpc>
          <a:spcPct val="90000"/>
        </a:lnSpc>
        <a:spcBef>
          <a:spcPts val="0"/>
        </a:spcBef>
        <a:spcAft>
          <a:spcPts val="0"/>
        </a:spcAft>
        <a:buClrTx/>
        <a:buSzTx/>
        <a:buFontTx/>
        <a:buNone/>
        <a:tabLst/>
        <a:defRPr sz="11000" b="1" i="0" u="none" strike="noStrike" cap="all" spc="330" baseline="0">
          <a:solidFill>
            <a:srgbClr val="FFFFFF"/>
          </a:solidFill>
          <a:uFillTx/>
          <a:latin typeface="+mn-lt"/>
          <a:ea typeface="+mn-ea"/>
          <a:cs typeface="+mn-cs"/>
          <a:sym typeface="Graphik"/>
        </a:defRPr>
      </a:lvl9pPr>
    </p:titleStyle>
    <p:bodyStyle>
      <a:lvl1pPr marL="0" marR="0" indent="0" algn="ctr" defTabSz="584200" rtl="0" latinLnBrk="0">
        <a:lnSpc>
          <a:spcPct val="120000"/>
        </a:lnSpc>
        <a:spcBef>
          <a:spcPts val="0"/>
        </a:spcBef>
        <a:spcAft>
          <a:spcPts val="0"/>
        </a:spcAft>
        <a:buClrTx/>
        <a:buSzTx/>
        <a:buFontTx/>
        <a:buNone/>
        <a:tabLst/>
        <a:defRPr sz="3600" b="1" i="0" u="none" strike="noStrike" cap="none" spc="107" baseline="0">
          <a:solidFill>
            <a:schemeClr val="accent5"/>
          </a:solidFill>
          <a:uFillTx/>
          <a:latin typeface="+mn-lt"/>
          <a:ea typeface="+mn-ea"/>
          <a:cs typeface="+mn-cs"/>
          <a:sym typeface="Graphik"/>
        </a:defRPr>
      </a:lvl1pPr>
      <a:lvl2pPr marL="0" marR="0" indent="457200" algn="ctr" defTabSz="584200" rtl="0" latinLnBrk="0">
        <a:lnSpc>
          <a:spcPct val="120000"/>
        </a:lnSpc>
        <a:spcBef>
          <a:spcPts val="0"/>
        </a:spcBef>
        <a:spcAft>
          <a:spcPts val="0"/>
        </a:spcAft>
        <a:buClrTx/>
        <a:buSzTx/>
        <a:buFontTx/>
        <a:buNone/>
        <a:tabLst/>
        <a:defRPr sz="3600" b="1" i="0" u="none" strike="noStrike" cap="none" spc="107" baseline="0">
          <a:solidFill>
            <a:schemeClr val="accent5"/>
          </a:solidFill>
          <a:uFillTx/>
          <a:latin typeface="+mn-lt"/>
          <a:ea typeface="+mn-ea"/>
          <a:cs typeface="+mn-cs"/>
          <a:sym typeface="Graphik"/>
        </a:defRPr>
      </a:lvl2pPr>
      <a:lvl3pPr marL="0" marR="0" indent="914400" algn="ctr" defTabSz="584200" rtl="0" latinLnBrk="0">
        <a:lnSpc>
          <a:spcPct val="120000"/>
        </a:lnSpc>
        <a:spcBef>
          <a:spcPts val="0"/>
        </a:spcBef>
        <a:spcAft>
          <a:spcPts val="0"/>
        </a:spcAft>
        <a:buClrTx/>
        <a:buSzTx/>
        <a:buFontTx/>
        <a:buNone/>
        <a:tabLst/>
        <a:defRPr sz="3600" b="1" i="0" u="none" strike="noStrike" cap="none" spc="107" baseline="0">
          <a:solidFill>
            <a:schemeClr val="accent5"/>
          </a:solidFill>
          <a:uFillTx/>
          <a:latin typeface="+mn-lt"/>
          <a:ea typeface="+mn-ea"/>
          <a:cs typeface="+mn-cs"/>
          <a:sym typeface="Graphik"/>
        </a:defRPr>
      </a:lvl3pPr>
      <a:lvl4pPr marL="0" marR="0" indent="1371600" algn="ctr" defTabSz="584200" rtl="0" latinLnBrk="0">
        <a:lnSpc>
          <a:spcPct val="120000"/>
        </a:lnSpc>
        <a:spcBef>
          <a:spcPts val="0"/>
        </a:spcBef>
        <a:spcAft>
          <a:spcPts val="0"/>
        </a:spcAft>
        <a:buClrTx/>
        <a:buSzTx/>
        <a:buFontTx/>
        <a:buNone/>
        <a:tabLst/>
        <a:defRPr sz="3600" b="1" i="0" u="none" strike="noStrike" cap="none" spc="107" baseline="0">
          <a:solidFill>
            <a:schemeClr val="accent5"/>
          </a:solidFill>
          <a:uFillTx/>
          <a:latin typeface="+mn-lt"/>
          <a:ea typeface="+mn-ea"/>
          <a:cs typeface="+mn-cs"/>
          <a:sym typeface="Graphik"/>
        </a:defRPr>
      </a:lvl4pPr>
      <a:lvl5pPr marL="0" marR="0" indent="1828800" algn="ctr" defTabSz="584200" rtl="0" latinLnBrk="0">
        <a:lnSpc>
          <a:spcPct val="120000"/>
        </a:lnSpc>
        <a:spcBef>
          <a:spcPts val="0"/>
        </a:spcBef>
        <a:spcAft>
          <a:spcPts val="0"/>
        </a:spcAft>
        <a:buClrTx/>
        <a:buSzTx/>
        <a:buFontTx/>
        <a:buNone/>
        <a:tabLst/>
        <a:defRPr sz="3600" b="1" i="0" u="none" strike="noStrike" cap="none" spc="107" baseline="0">
          <a:solidFill>
            <a:schemeClr val="accent5"/>
          </a:solidFill>
          <a:uFillTx/>
          <a:latin typeface="+mn-lt"/>
          <a:ea typeface="+mn-ea"/>
          <a:cs typeface="+mn-cs"/>
          <a:sym typeface="Graphik"/>
        </a:defRPr>
      </a:lvl5pPr>
      <a:lvl6pPr marL="0" marR="0" indent="2286000" algn="ctr" defTabSz="584200" rtl="0" latinLnBrk="0">
        <a:lnSpc>
          <a:spcPct val="120000"/>
        </a:lnSpc>
        <a:spcBef>
          <a:spcPts val="0"/>
        </a:spcBef>
        <a:spcAft>
          <a:spcPts val="0"/>
        </a:spcAft>
        <a:buClrTx/>
        <a:buSzTx/>
        <a:buFontTx/>
        <a:buNone/>
        <a:tabLst/>
        <a:defRPr sz="3600" b="1" i="0" u="none" strike="noStrike" cap="none" spc="107" baseline="0">
          <a:solidFill>
            <a:schemeClr val="accent5"/>
          </a:solidFill>
          <a:uFillTx/>
          <a:latin typeface="+mn-lt"/>
          <a:ea typeface="+mn-ea"/>
          <a:cs typeface="+mn-cs"/>
          <a:sym typeface="Graphik"/>
        </a:defRPr>
      </a:lvl6pPr>
      <a:lvl7pPr marL="0" marR="0" indent="2743200" algn="ctr" defTabSz="584200" rtl="0" latinLnBrk="0">
        <a:lnSpc>
          <a:spcPct val="120000"/>
        </a:lnSpc>
        <a:spcBef>
          <a:spcPts val="0"/>
        </a:spcBef>
        <a:spcAft>
          <a:spcPts val="0"/>
        </a:spcAft>
        <a:buClrTx/>
        <a:buSzTx/>
        <a:buFontTx/>
        <a:buNone/>
        <a:tabLst/>
        <a:defRPr sz="3600" b="1" i="0" u="none" strike="noStrike" cap="none" spc="107" baseline="0">
          <a:solidFill>
            <a:schemeClr val="accent5"/>
          </a:solidFill>
          <a:uFillTx/>
          <a:latin typeface="+mn-lt"/>
          <a:ea typeface="+mn-ea"/>
          <a:cs typeface="+mn-cs"/>
          <a:sym typeface="Graphik"/>
        </a:defRPr>
      </a:lvl7pPr>
      <a:lvl8pPr marL="0" marR="0" indent="3200400" algn="ctr" defTabSz="584200" rtl="0" latinLnBrk="0">
        <a:lnSpc>
          <a:spcPct val="120000"/>
        </a:lnSpc>
        <a:spcBef>
          <a:spcPts val="0"/>
        </a:spcBef>
        <a:spcAft>
          <a:spcPts val="0"/>
        </a:spcAft>
        <a:buClrTx/>
        <a:buSzTx/>
        <a:buFontTx/>
        <a:buNone/>
        <a:tabLst/>
        <a:defRPr sz="3600" b="1" i="0" u="none" strike="noStrike" cap="none" spc="107" baseline="0">
          <a:solidFill>
            <a:schemeClr val="accent5"/>
          </a:solidFill>
          <a:uFillTx/>
          <a:latin typeface="+mn-lt"/>
          <a:ea typeface="+mn-ea"/>
          <a:cs typeface="+mn-cs"/>
          <a:sym typeface="Graphik"/>
        </a:defRPr>
      </a:lvl8pPr>
      <a:lvl9pPr marL="0" marR="0" indent="3657600" algn="ctr" defTabSz="584200" rtl="0" latinLnBrk="0">
        <a:lnSpc>
          <a:spcPct val="120000"/>
        </a:lnSpc>
        <a:spcBef>
          <a:spcPts val="0"/>
        </a:spcBef>
        <a:spcAft>
          <a:spcPts val="0"/>
        </a:spcAft>
        <a:buClrTx/>
        <a:buSzTx/>
        <a:buFontTx/>
        <a:buNone/>
        <a:tabLst/>
        <a:defRPr sz="3600" b="1" i="0" u="none" strike="noStrike" cap="none" spc="107" baseline="0">
          <a:solidFill>
            <a:schemeClr val="accent5"/>
          </a:solidFill>
          <a:uFillTx/>
          <a:latin typeface="+mn-lt"/>
          <a:ea typeface="+mn-ea"/>
          <a:cs typeface="+mn-cs"/>
          <a:sym typeface="Graphik"/>
        </a:defRPr>
      </a:lvl9pPr>
    </p:bodyStyle>
    <p:otherStyle>
      <a:lvl1pPr marL="0" marR="0" indent="0" algn="ctr" defTabSz="584200" rtl="0"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Graphik"/>
        </a:defRPr>
      </a:lvl1pPr>
      <a:lvl2pPr marL="0" marR="0" indent="457200" algn="ctr" defTabSz="584200" rtl="0"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Graphik"/>
        </a:defRPr>
      </a:lvl2pPr>
      <a:lvl3pPr marL="0" marR="0" indent="914400" algn="ctr" defTabSz="584200" rtl="0"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Graphik"/>
        </a:defRPr>
      </a:lvl3pPr>
      <a:lvl4pPr marL="0" marR="0" indent="1371600" algn="ctr" defTabSz="584200" rtl="0"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Graphik"/>
        </a:defRPr>
      </a:lvl4pPr>
      <a:lvl5pPr marL="0" marR="0" indent="1828800" algn="ctr" defTabSz="584200" rtl="0"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Graphik"/>
        </a:defRPr>
      </a:lvl5pPr>
      <a:lvl6pPr marL="0" marR="0" indent="2286000" algn="ctr" defTabSz="584200" rtl="0"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Graphik"/>
        </a:defRPr>
      </a:lvl6pPr>
      <a:lvl7pPr marL="0" marR="0" indent="2743200" algn="ctr" defTabSz="584200" rtl="0"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Graphik"/>
        </a:defRPr>
      </a:lvl7pPr>
      <a:lvl8pPr marL="0" marR="0" indent="3200400" algn="ctr" defTabSz="584200" rtl="0"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Graphik"/>
        </a:defRPr>
      </a:lvl8pPr>
      <a:lvl9pPr marL="0" marR="0" indent="3657600" algn="ctr" defTabSz="584200" rtl="0"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Graphik"/>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B.tech"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atOff val="3942"/>
            <a:lumOff val="17322"/>
          </a:schemeClr>
        </a:solidFill>
        <a:effectLst/>
      </p:bgPr>
    </p:bg>
    <p:spTree>
      <p:nvGrpSpPr>
        <p:cNvPr id="1" name=""/>
        <p:cNvGrpSpPr/>
        <p:nvPr/>
      </p:nvGrpSpPr>
      <p:grpSpPr>
        <a:xfrm>
          <a:off x="0" y="0"/>
          <a:ext cx="0" cy="0"/>
          <a:chOff x="0" y="0"/>
          <a:chExt cx="0" cy="0"/>
        </a:xfrm>
      </p:grpSpPr>
      <p:sp>
        <p:nvSpPr>
          <p:cNvPr id="202" name="Summer Training Final Project"/>
          <p:cNvSpPr txBox="1">
            <a:spLocks noGrp="1"/>
          </p:cNvSpPr>
          <p:nvPr>
            <p:ph type="subTitle" sz="quarter" idx="1"/>
          </p:nvPr>
        </p:nvSpPr>
        <p:spPr>
          <a:prstGeom prst="rect">
            <a:avLst/>
          </a:prstGeom>
        </p:spPr>
        <p:txBody>
          <a:bodyPr/>
          <a:lstStyle>
            <a:lvl1pPr>
              <a:defRPr>
                <a:solidFill>
                  <a:srgbClr val="F3F0DF"/>
                </a:solidFill>
              </a:defRPr>
            </a:lvl1pPr>
          </a:lstStyle>
          <a:p>
            <a:r>
              <a:t>Summer Training Final Project</a:t>
            </a:r>
          </a:p>
        </p:txBody>
      </p:sp>
      <p:sp>
        <p:nvSpPr>
          <p:cNvPr id="203" name="Roll no. - 2405043242…"/>
          <p:cNvSpPr txBox="1">
            <a:spLocks noGrp="1"/>
          </p:cNvSpPr>
          <p:nvPr>
            <p:ph type="body" idx="21"/>
          </p:nvPr>
        </p:nvSpPr>
        <p:spPr>
          <a:xfrm>
            <a:off x="1181100" y="12290683"/>
            <a:ext cx="4965700" cy="90350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pPr defTabSz="566674">
              <a:defRPr sz="2134" spc="85">
                <a:solidFill>
                  <a:srgbClr val="F3F0DF"/>
                </a:solidFill>
              </a:defRPr>
            </a:pPr>
            <a:r>
              <a:t>Roll no. - 2405043242</a:t>
            </a:r>
          </a:p>
          <a:p>
            <a:pPr defTabSz="566674">
              <a:defRPr sz="2134" spc="85">
                <a:solidFill>
                  <a:srgbClr val="F3F0DF"/>
                </a:solidFill>
              </a:defRPr>
            </a:pPr>
            <a:r>
              <a:t>Date: 3/July/2026</a:t>
            </a:r>
          </a:p>
        </p:txBody>
      </p:sp>
      <p:sp>
        <p:nvSpPr>
          <p:cNvPr id="204" name="Guided by: DR.ashima, Ms.Mandeep Kaur"/>
          <p:cNvSpPr txBox="1">
            <a:spLocks noGrp="1"/>
          </p:cNvSpPr>
          <p:nvPr>
            <p:ph type="body" idx="22"/>
          </p:nvPr>
        </p:nvSpPr>
        <p:spPr>
          <a:xfrm>
            <a:off x="18237200" y="12230213"/>
            <a:ext cx="5406276" cy="102445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a:solidFill>
                  <a:srgbClr val="F3F0DF"/>
                </a:solidFill>
              </a:defRPr>
            </a:lvl1pPr>
          </a:lstStyle>
          <a:p>
            <a:r>
              <a:t>Guided by: DR.ashima, Ms.Mandeep Kaur</a:t>
            </a:r>
          </a:p>
        </p:txBody>
      </p:sp>
      <p:sp>
        <p:nvSpPr>
          <p:cNvPr id="205" name="Arshveer Singh   /  B.tech Blockchain"/>
          <p:cNvSpPr txBox="1">
            <a:spLocks noGrp="1"/>
          </p:cNvSpPr>
          <p:nvPr>
            <p:ph type="body" idx="23"/>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pPr>
              <a:defRPr>
                <a:solidFill>
                  <a:srgbClr val="F3F0DF"/>
                </a:solidFill>
              </a:defRPr>
            </a:pPr>
            <a:r>
              <a:rPr dirty="0"/>
              <a:t>Arshveer Singh   /  </a:t>
            </a:r>
            <a:r>
              <a:rPr u="sng" dirty="0">
                <a:hlinkClick r:id="rId2"/>
              </a:rPr>
              <a:t>B.tech</a:t>
            </a:r>
            <a:r>
              <a:rPr dirty="0"/>
              <a:t> Blockchain</a:t>
            </a:r>
          </a:p>
        </p:txBody>
      </p:sp>
      <p:sp>
        <p:nvSpPr>
          <p:cNvPr id="206" name="climate change effects on global health"/>
          <p:cNvSpPr txBox="1">
            <a:spLocks noGrp="1"/>
          </p:cNvSpPr>
          <p:nvPr>
            <p:ph type="ctrTitle"/>
          </p:nvPr>
        </p:nvSpPr>
        <p:spPr>
          <a:xfrm>
            <a:off x="2089150" y="4902200"/>
            <a:ext cx="20205700" cy="3911600"/>
          </a:xfrm>
          <a:prstGeom prst="rect">
            <a:avLst/>
          </a:prstGeom>
        </p:spPr>
        <p:txBody>
          <a:bodyPr/>
          <a:lstStyle>
            <a:lvl1pPr defTabSz="578358">
              <a:defRPr sz="10890" spc="326"/>
            </a:lvl1pPr>
          </a:lstStyle>
          <a:p>
            <a:r>
              <a:t>climate change effects on global health  </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8" name="Problem Statement &amp; Objective…"/>
          <p:cNvSpPr txBox="1">
            <a:spLocks noGrp="1"/>
          </p:cNvSpPr>
          <p:nvPr>
            <p:ph type="body" sz="half" idx="1"/>
          </p:nvPr>
        </p:nvSpPr>
        <p:spPr>
          <a:xfrm>
            <a:off x="2088436" y="4118588"/>
            <a:ext cx="20207128" cy="6422295"/>
          </a:xfrm>
          <a:prstGeom prst="rect">
            <a:avLst/>
          </a:prstGeom>
        </p:spPr>
        <p:txBody>
          <a:bodyPr anchor="ctr"/>
          <a:lstStyle/>
          <a:p>
            <a:pPr marL="634999" indent="-634999">
              <a:buBlip>
                <a:blip r:embed="rId2"/>
              </a:buBlip>
              <a:defRPr sz="4500" spc="45"/>
            </a:pPr>
            <a:r>
              <a:t>Problem Statement &amp; Objective</a:t>
            </a:r>
          </a:p>
          <a:p>
            <a:pPr marL="634999" indent="-634999">
              <a:buBlip>
                <a:blip r:embed="rId2"/>
              </a:buBlip>
              <a:defRPr sz="4500" spc="45"/>
            </a:pPr>
            <a:r>
              <a:t>Dataset Overview</a:t>
            </a:r>
          </a:p>
          <a:p>
            <a:pPr marL="634999" indent="-634999">
              <a:buBlip>
                <a:blip r:embed="rId2"/>
              </a:buBlip>
              <a:defRPr sz="4500" spc="45"/>
            </a:pPr>
            <a:r>
              <a:t>Dashboard </a:t>
            </a:r>
          </a:p>
          <a:p>
            <a:pPr marL="634999" indent="-634999">
              <a:buBlip>
                <a:blip r:embed="rId2"/>
              </a:buBlip>
              <a:defRPr sz="4500" spc="45"/>
            </a:pPr>
            <a:r>
              <a:t>Key Findings </a:t>
            </a:r>
          </a:p>
          <a:p>
            <a:pPr marL="634999" indent="-634999">
              <a:buBlip>
                <a:blip r:embed="rId2"/>
              </a:buBlip>
              <a:defRPr sz="4500" spc="45"/>
            </a:pPr>
            <a:r>
              <a:t>Conclusion </a:t>
            </a:r>
          </a:p>
        </p:txBody>
      </p:sp>
      <p:sp>
        <p:nvSpPr>
          <p:cNvPr id="209" name="Agenda"/>
          <p:cNvSpPr txBox="1">
            <a:spLocks noGrp="1"/>
          </p:cNvSpPr>
          <p:nvPr>
            <p:ph type="title"/>
          </p:nvPr>
        </p:nvSpPr>
        <p:spPr>
          <a:prstGeom prst="rect">
            <a:avLst/>
          </a:prstGeom>
        </p:spPr>
        <p:txBody>
          <a:bodyPr/>
          <a:lstStyle/>
          <a:p>
            <a:r>
              <a:t>Agenda</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a14="http://schemas.microsoft.com/office/drawing/2010/main" xmlns:m="http://schemas.openxmlformats.org/officeDocument/2006/math"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8AACB9"/>
        </a:solidFill>
        <a:effectLst/>
      </p:bgPr>
    </p:bg>
    <p:spTree>
      <p:nvGrpSpPr>
        <p:cNvPr id="1" name=""/>
        <p:cNvGrpSpPr/>
        <p:nvPr/>
      </p:nvGrpSpPr>
      <p:grpSpPr>
        <a:xfrm>
          <a:off x="0" y="0"/>
          <a:ext cx="0" cy="0"/>
          <a:chOff x="0" y="0"/>
          <a:chExt cx="0" cy="0"/>
        </a:xfrm>
      </p:grpSpPr>
      <p:sp>
        <p:nvSpPr>
          <p:cNvPr id="211" name="overview"/>
          <p:cNvSpPr txBox="1">
            <a:spLocks noGrp="1"/>
          </p:cNvSpPr>
          <p:nvPr>
            <p:ph type="body" sz="half" idx="1"/>
          </p:nvPr>
        </p:nvSpPr>
        <p:spPr>
          <a:prstGeom prst="rect">
            <a:avLst/>
          </a:prstGeom>
        </p:spPr>
        <p:txBody>
          <a:bodyPr/>
          <a:lstStyle/>
          <a:p>
            <a:r>
              <a:t>overview</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a14="http://schemas.microsoft.com/office/drawing/2010/main" xmlns:m="http://schemas.openxmlformats.org/officeDocument/2006/math"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3" name="Problem statement &amp; Objectives"/>
          <p:cNvSpPr txBox="1">
            <a:spLocks noGrp="1"/>
          </p:cNvSpPr>
          <p:nvPr>
            <p:ph type="title"/>
          </p:nvPr>
        </p:nvSpPr>
        <p:spPr>
          <a:xfrm>
            <a:off x="909607" y="1259696"/>
            <a:ext cx="10106058" cy="851756"/>
          </a:xfrm>
          <a:prstGeom prst="rect">
            <a:avLst/>
          </a:prstGeom>
        </p:spPr>
        <p:txBody>
          <a:bodyPr/>
          <a:lstStyle>
            <a:lvl1pPr defTabSz="257047">
              <a:defRPr sz="3959" spc="118"/>
            </a:lvl1pPr>
          </a:lstStyle>
          <a:p>
            <a:r>
              <a:t>Problem statement &amp; Objectives</a:t>
            </a:r>
          </a:p>
        </p:txBody>
      </p:sp>
      <p:sp>
        <p:nvSpPr>
          <p:cNvPr id="214" name="Rounded Rectangle"/>
          <p:cNvSpPr/>
          <p:nvPr/>
        </p:nvSpPr>
        <p:spPr>
          <a:xfrm>
            <a:off x="1739429" y="2380547"/>
            <a:ext cx="9707522" cy="3735845"/>
          </a:xfrm>
          <a:prstGeom prst="roundRect">
            <a:avLst>
              <a:gd name="adj" fmla="val 15752"/>
            </a:avLst>
          </a:prstGeom>
          <a:solidFill>
            <a:schemeClr val="accent1">
              <a:alpha val="79744"/>
            </a:schemeClr>
          </a:solidFill>
          <a:ln w="12700">
            <a:miter lim="400000"/>
          </a:ln>
          <a:effectLst>
            <a:reflection stA="50000" endPos="40000" dir="5400000" sy="-100000" algn="bl" rotWithShape="0"/>
          </a:effectLst>
        </p:spPr>
        <p:txBody>
          <a:bodyPr lIns="50800" tIns="50800" rIns="50800" bIns="50800" anchor="ctr"/>
          <a:lstStyle/>
          <a:p>
            <a:pPr algn="ctr" defTabSz="584200">
              <a:lnSpc>
                <a:spcPct val="120000"/>
              </a:lnSpc>
              <a:spcBef>
                <a:spcPts val="0"/>
              </a:spcBef>
              <a:defRPr spc="107">
                <a:solidFill>
                  <a:srgbClr val="8AACB9"/>
                </a:solidFill>
              </a:defRPr>
            </a:pPr>
            <a:endParaRPr/>
          </a:p>
        </p:txBody>
      </p:sp>
      <p:sp>
        <p:nvSpPr>
          <p:cNvPr id="215" name="Rounded Rectangle"/>
          <p:cNvSpPr/>
          <p:nvPr/>
        </p:nvSpPr>
        <p:spPr>
          <a:xfrm>
            <a:off x="12750305" y="2380547"/>
            <a:ext cx="9707522" cy="3735845"/>
          </a:xfrm>
          <a:prstGeom prst="roundRect">
            <a:avLst>
              <a:gd name="adj" fmla="val 14094"/>
            </a:avLst>
          </a:prstGeom>
          <a:solidFill>
            <a:schemeClr val="accent1">
              <a:alpha val="79528"/>
            </a:schemeClr>
          </a:solidFill>
          <a:ln w="12700">
            <a:miter lim="400000"/>
          </a:ln>
          <a:effectLst>
            <a:reflection stA="50000" endPos="40000" dir="5400000" sy="-100000" algn="bl" rotWithShape="0"/>
          </a:effectLst>
        </p:spPr>
        <p:txBody>
          <a:bodyPr lIns="50800" tIns="50800" rIns="50800" bIns="50800" anchor="ctr"/>
          <a:lstStyle/>
          <a:p>
            <a:pPr algn="ctr" defTabSz="825500">
              <a:spcBef>
                <a:spcPts val="0"/>
              </a:spcBef>
              <a:defRPr sz="3200" b="0" spc="0">
                <a:solidFill>
                  <a:srgbClr val="000000"/>
                </a:solidFill>
                <a:latin typeface="Graphik-Medium"/>
                <a:ea typeface="Graphik-Medium"/>
                <a:cs typeface="Graphik-Medium"/>
                <a:sym typeface="Graphik Medium"/>
              </a:defRPr>
            </a:pPr>
            <a:endParaRPr/>
          </a:p>
        </p:txBody>
      </p:sp>
      <p:sp>
        <p:nvSpPr>
          <p:cNvPr id="216" name="Problem Statement:"/>
          <p:cNvSpPr txBox="1"/>
          <p:nvPr/>
        </p:nvSpPr>
        <p:spPr>
          <a:xfrm>
            <a:off x="2194446" y="2614172"/>
            <a:ext cx="4844949" cy="7066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lgn="ctr" defTabSz="584200">
              <a:lnSpc>
                <a:spcPct val="120000"/>
              </a:lnSpc>
              <a:spcBef>
                <a:spcPts val="0"/>
              </a:spcBef>
              <a:defRPr spc="107">
                <a:solidFill>
                  <a:srgbClr val="FFFFFF"/>
                </a:solidFill>
              </a:defRPr>
            </a:lvl1pPr>
          </a:lstStyle>
          <a:p>
            <a:r>
              <a:t>Problem Statement:</a:t>
            </a:r>
          </a:p>
        </p:txBody>
      </p:sp>
      <p:sp>
        <p:nvSpPr>
          <p:cNvPr id="217" name="Target Users:"/>
          <p:cNvSpPr txBox="1"/>
          <p:nvPr/>
        </p:nvSpPr>
        <p:spPr>
          <a:xfrm>
            <a:off x="13257887" y="2614172"/>
            <a:ext cx="3264867" cy="7066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lgn="ctr" defTabSz="584200">
              <a:lnSpc>
                <a:spcPct val="120000"/>
              </a:lnSpc>
              <a:spcBef>
                <a:spcPts val="0"/>
              </a:spcBef>
              <a:defRPr spc="107">
                <a:solidFill>
                  <a:srgbClr val="FFFFFF"/>
                </a:solidFill>
              </a:defRPr>
            </a:lvl1pPr>
          </a:lstStyle>
          <a:p>
            <a:r>
              <a:t>Target Users:</a:t>
            </a:r>
          </a:p>
        </p:txBody>
      </p:sp>
      <p:sp>
        <p:nvSpPr>
          <p:cNvPr id="218" name="Project Objectives:"/>
          <p:cNvSpPr txBox="1"/>
          <p:nvPr/>
        </p:nvSpPr>
        <p:spPr>
          <a:xfrm>
            <a:off x="2399271" y="6985276"/>
            <a:ext cx="4579317" cy="7066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a:solidFill>
                  <a:schemeClr val="accent1"/>
                </a:solidFill>
              </a:defRPr>
            </a:lvl1pPr>
          </a:lstStyle>
          <a:p>
            <a:r>
              <a:t>Project Objectives: </a:t>
            </a:r>
          </a:p>
        </p:txBody>
      </p:sp>
      <p:sp>
        <p:nvSpPr>
          <p:cNvPr id="219" name="The changes in climate because of development, global warming and more affects atmosphere in many different ways and it causes anomalies which in result causes different types of diseases and issues for humans health."/>
          <p:cNvSpPr txBox="1"/>
          <p:nvPr/>
        </p:nvSpPr>
        <p:spPr>
          <a:xfrm>
            <a:off x="2702311" y="3419651"/>
            <a:ext cx="7781757" cy="22574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ctr">
              <a:spcBef>
                <a:spcPts val="0"/>
              </a:spcBef>
              <a:defRPr sz="2500" b="0" spc="50">
                <a:solidFill>
                  <a:srgbClr val="FFFFFF"/>
                </a:solidFill>
                <a:latin typeface="Graphik-Medium"/>
                <a:ea typeface="Graphik-Medium"/>
                <a:cs typeface="Graphik-Medium"/>
                <a:sym typeface="Graphik Medium"/>
              </a:defRPr>
            </a:lvl1pPr>
          </a:lstStyle>
          <a:p>
            <a:r>
              <a:t>The changes in climate because of development, global warming and more affects atmosphere in many different ways and it causes anomalies which in result causes different types of diseases and issues for humans health.</a:t>
            </a:r>
          </a:p>
        </p:txBody>
      </p:sp>
      <p:sp>
        <p:nvSpPr>
          <p:cNvPr id="220" name="Health Boards…"/>
          <p:cNvSpPr txBox="1"/>
          <p:nvPr/>
        </p:nvSpPr>
        <p:spPr>
          <a:xfrm>
            <a:off x="14008140" y="3635551"/>
            <a:ext cx="7191853" cy="18256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marL="434622" indent="-434622">
              <a:spcBef>
                <a:spcPts val="0"/>
              </a:spcBef>
              <a:buClr>
                <a:srgbClr val="5E5E5E"/>
              </a:buClr>
              <a:buSzPct val="100000"/>
              <a:buAutoNum type="arabicPeriod"/>
              <a:defRPr sz="2500" b="0" spc="50">
                <a:solidFill>
                  <a:srgbClr val="FFFFFF"/>
                </a:solidFill>
                <a:latin typeface="Graphik-Medium"/>
                <a:ea typeface="Graphik-Medium"/>
                <a:cs typeface="Graphik-Medium"/>
                <a:sym typeface="Graphik Medium"/>
              </a:defRPr>
            </a:pPr>
            <a:r>
              <a:t>Health Boards</a:t>
            </a:r>
          </a:p>
          <a:p>
            <a:pPr marL="434622" indent="-434622">
              <a:spcBef>
                <a:spcPts val="0"/>
              </a:spcBef>
              <a:buClr>
                <a:srgbClr val="5E5E5E"/>
              </a:buClr>
              <a:buSzPct val="100000"/>
              <a:buAutoNum type="arabicPeriod"/>
              <a:defRPr sz="2500" b="0" spc="50">
                <a:solidFill>
                  <a:srgbClr val="FFFFFF"/>
                </a:solidFill>
                <a:latin typeface="Graphik-Medium"/>
                <a:ea typeface="Graphik-Medium"/>
                <a:cs typeface="Graphik-Medium"/>
                <a:sym typeface="Graphik Medium"/>
              </a:defRPr>
            </a:pPr>
            <a:r>
              <a:t>Hospitals</a:t>
            </a:r>
          </a:p>
          <a:p>
            <a:pPr marL="434622" indent="-434622">
              <a:spcBef>
                <a:spcPts val="0"/>
              </a:spcBef>
              <a:buClr>
                <a:srgbClr val="5E5E5E"/>
              </a:buClr>
              <a:buSzPct val="100000"/>
              <a:buAutoNum type="arabicPeriod"/>
              <a:defRPr sz="2500" b="0" spc="50">
                <a:solidFill>
                  <a:srgbClr val="FFFFFF"/>
                </a:solidFill>
                <a:latin typeface="Graphik-Medium"/>
                <a:ea typeface="Graphik-Medium"/>
                <a:cs typeface="Graphik-Medium"/>
                <a:sym typeface="Graphik Medium"/>
              </a:defRPr>
            </a:pPr>
            <a:r>
              <a:t>Elders</a:t>
            </a:r>
          </a:p>
          <a:p>
            <a:pPr marL="434622" indent="-434622">
              <a:spcBef>
                <a:spcPts val="0"/>
              </a:spcBef>
              <a:buClr>
                <a:srgbClr val="5E5E5E"/>
              </a:buClr>
              <a:buSzPct val="100000"/>
              <a:buAutoNum type="arabicPeriod"/>
              <a:defRPr sz="2500" b="0" spc="50">
                <a:solidFill>
                  <a:srgbClr val="FFFFFF"/>
                </a:solidFill>
                <a:latin typeface="Graphik-Medium"/>
                <a:ea typeface="Graphik-Medium"/>
                <a:cs typeface="Graphik-Medium"/>
                <a:sym typeface="Graphik Medium"/>
              </a:defRPr>
            </a:pPr>
            <a:r>
              <a:t>Climate Researchers</a:t>
            </a:r>
          </a:p>
        </p:txBody>
      </p:sp>
      <p:sp>
        <p:nvSpPr>
          <p:cNvPr id="221" name="Check if its clean using python (Numpy, Pandas) and analyse the dataset…"/>
          <p:cNvSpPr txBox="1"/>
          <p:nvPr/>
        </p:nvSpPr>
        <p:spPr>
          <a:xfrm>
            <a:off x="2689472" y="8106127"/>
            <a:ext cx="9847055" cy="39324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marL="635000" indent="-635000" defTabSz="584200">
              <a:lnSpc>
                <a:spcPct val="120000"/>
              </a:lnSpc>
              <a:spcBef>
                <a:spcPts val="0"/>
              </a:spcBef>
              <a:buClr>
                <a:srgbClr val="5E5E5E"/>
              </a:buClr>
              <a:buSzPct val="170000"/>
              <a:buChar char="•"/>
              <a:defRPr sz="3000" spc="90">
                <a:solidFill>
                  <a:srgbClr val="5E5E5E"/>
                </a:solidFill>
              </a:defRPr>
            </a:pPr>
            <a:r>
              <a:t>Check if its clean using python (Numpy, Pandas) and analyse the dataset</a:t>
            </a:r>
          </a:p>
          <a:p>
            <a:pPr marL="635000" indent="-635000" defTabSz="584200">
              <a:lnSpc>
                <a:spcPct val="120000"/>
              </a:lnSpc>
              <a:spcBef>
                <a:spcPts val="0"/>
              </a:spcBef>
              <a:buClr>
                <a:srgbClr val="5E5E5E"/>
              </a:buClr>
              <a:buSzPct val="170000"/>
              <a:buChar char="•"/>
              <a:defRPr sz="3000" spc="90">
                <a:solidFill>
                  <a:srgbClr val="5E5E5E"/>
                </a:solidFill>
              </a:defRPr>
            </a:pPr>
            <a:r>
              <a:t>Make Excel pivot tables and visuals for better understanding of relations between columns</a:t>
            </a:r>
          </a:p>
          <a:p>
            <a:pPr marL="635000" indent="-635000" defTabSz="584200">
              <a:lnSpc>
                <a:spcPct val="120000"/>
              </a:lnSpc>
              <a:spcBef>
                <a:spcPts val="0"/>
              </a:spcBef>
              <a:buClr>
                <a:srgbClr val="5E5E5E"/>
              </a:buClr>
              <a:buSzPct val="170000"/>
              <a:buChar char="•"/>
              <a:defRPr sz="3000" spc="90">
                <a:solidFill>
                  <a:srgbClr val="5E5E5E"/>
                </a:solidFill>
              </a:defRPr>
            </a:pPr>
            <a:r>
              <a:t>Create DAX measures needed for understanding the data better</a:t>
            </a:r>
          </a:p>
        </p:txBody>
      </p:sp>
      <p:sp>
        <p:nvSpPr>
          <p:cNvPr id="222" name="Design a dashboard with all the essential charts for understanding the dataset…"/>
          <p:cNvSpPr txBox="1"/>
          <p:nvPr/>
        </p:nvSpPr>
        <p:spPr>
          <a:xfrm>
            <a:off x="12946002" y="8101719"/>
            <a:ext cx="9707523" cy="18234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marL="635000" indent="-635000" defTabSz="584200">
              <a:lnSpc>
                <a:spcPct val="120000"/>
              </a:lnSpc>
              <a:spcBef>
                <a:spcPts val="0"/>
              </a:spcBef>
              <a:buClr>
                <a:srgbClr val="5E5E5E"/>
              </a:buClr>
              <a:buSzPct val="170000"/>
              <a:buChar char="•"/>
              <a:defRPr sz="3000" spc="90">
                <a:solidFill>
                  <a:srgbClr val="5E5E5E"/>
                </a:solidFill>
              </a:defRPr>
            </a:pPr>
            <a:r>
              <a:t>Design a dashboard with all the essential charts for understanding the dataset</a:t>
            </a:r>
          </a:p>
          <a:p>
            <a:pPr marL="635000" indent="-635000" defTabSz="584200">
              <a:lnSpc>
                <a:spcPct val="120000"/>
              </a:lnSpc>
              <a:spcBef>
                <a:spcPts val="0"/>
              </a:spcBef>
              <a:buClr>
                <a:srgbClr val="5E5E5E"/>
              </a:buClr>
              <a:buSzPct val="170000"/>
              <a:buChar char="•"/>
              <a:defRPr sz="3000" spc="90">
                <a:solidFill>
                  <a:srgbClr val="5E5E5E"/>
                </a:solidFill>
              </a:defRPr>
            </a:pPr>
            <a:r>
              <a:t>Publish the final project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a14="http://schemas.microsoft.com/office/drawing/2010/main" xmlns:m="http://schemas.openxmlformats.org/officeDocument/2006/math"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4" name="Dataset overview"/>
          <p:cNvSpPr txBox="1">
            <a:spLocks noGrp="1"/>
          </p:cNvSpPr>
          <p:nvPr>
            <p:ph type="title"/>
          </p:nvPr>
        </p:nvSpPr>
        <p:spPr>
          <a:xfrm>
            <a:off x="1064398" y="1128978"/>
            <a:ext cx="5985683" cy="835980"/>
          </a:xfrm>
          <a:prstGeom prst="rect">
            <a:avLst/>
          </a:prstGeom>
        </p:spPr>
        <p:txBody>
          <a:bodyPr/>
          <a:lstStyle>
            <a:lvl1pPr defTabSz="262889">
              <a:defRPr sz="4050" spc="121"/>
            </a:lvl1pPr>
          </a:lstStyle>
          <a:p>
            <a:r>
              <a:rPr dirty="0"/>
              <a:t>Dataset overview</a:t>
            </a:r>
          </a:p>
        </p:txBody>
      </p:sp>
      <p:sp>
        <p:nvSpPr>
          <p:cNvPr id="225" name="Rounded Rectangle"/>
          <p:cNvSpPr/>
          <p:nvPr/>
        </p:nvSpPr>
        <p:spPr>
          <a:xfrm>
            <a:off x="6830077" y="2207037"/>
            <a:ext cx="5213144" cy="2594829"/>
          </a:xfrm>
          <a:prstGeom prst="roundRect">
            <a:avLst>
              <a:gd name="adj" fmla="val 15000"/>
            </a:avLst>
          </a:prstGeom>
          <a:solidFill>
            <a:schemeClr val="accent1">
              <a:alpha val="79620"/>
            </a:schemeClr>
          </a:solidFill>
          <a:ln w="12700">
            <a:miter lim="400000"/>
          </a:ln>
          <a:effectLst>
            <a:reflection stA="50000" endPos="40000" dir="5400000" sy="-100000" algn="bl" rotWithShape="0"/>
          </a:effectLst>
        </p:spPr>
        <p:txBody>
          <a:bodyPr lIns="50800" tIns="50800" rIns="50800" bIns="50800" anchor="ctr"/>
          <a:lstStyle/>
          <a:p>
            <a:pPr algn="ctr" defTabSz="825500">
              <a:spcBef>
                <a:spcPts val="0"/>
              </a:spcBef>
              <a:defRPr sz="3200" b="0" spc="0">
                <a:solidFill>
                  <a:srgbClr val="000000"/>
                </a:solidFill>
                <a:latin typeface="Graphik-Medium"/>
                <a:ea typeface="Graphik-Medium"/>
                <a:cs typeface="Graphik-Medium"/>
                <a:sym typeface="Graphik Medium"/>
              </a:defRPr>
            </a:pPr>
            <a:endParaRPr/>
          </a:p>
        </p:txBody>
      </p:sp>
      <p:sp>
        <p:nvSpPr>
          <p:cNvPr id="226" name="Rounded Rectangle"/>
          <p:cNvSpPr/>
          <p:nvPr/>
        </p:nvSpPr>
        <p:spPr>
          <a:xfrm>
            <a:off x="1258396" y="2207037"/>
            <a:ext cx="5213144" cy="2594829"/>
          </a:xfrm>
          <a:prstGeom prst="roundRect">
            <a:avLst>
              <a:gd name="adj" fmla="val 15000"/>
            </a:avLst>
          </a:prstGeom>
          <a:solidFill>
            <a:schemeClr val="accent1">
              <a:alpha val="79913"/>
            </a:schemeClr>
          </a:solidFill>
          <a:ln w="12700">
            <a:miter lim="400000"/>
          </a:ln>
          <a:effectLst>
            <a:reflection stA="50137" endPos="40000" dir="5400000" sy="-100000" algn="bl" rotWithShape="0"/>
          </a:effectLst>
        </p:spPr>
        <p:txBody>
          <a:bodyPr lIns="50800" tIns="50800" rIns="50800" bIns="50800" anchor="ctr"/>
          <a:lstStyle/>
          <a:p>
            <a:pPr algn="ctr" defTabSz="825500">
              <a:spcBef>
                <a:spcPts val="0"/>
              </a:spcBef>
              <a:defRPr sz="3200" b="0" spc="0">
                <a:solidFill>
                  <a:srgbClr val="000000"/>
                </a:solidFill>
                <a:latin typeface="Graphik-Medium"/>
                <a:ea typeface="Graphik-Medium"/>
                <a:cs typeface="Graphik-Medium"/>
                <a:sym typeface="Graphik Medium"/>
              </a:defRPr>
            </a:pPr>
            <a:endParaRPr/>
          </a:p>
        </p:txBody>
      </p:sp>
      <p:sp>
        <p:nvSpPr>
          <p:cNvPr id="227" name="Source"/>
          <p:cNvSpPr txBox="1"/>
          <p:nvPr/>
        </p:nvSpPr>
        <p:spPr>
          <a:xfrm>
            <a:off x="1467711" y="2277357"/>
            <a:ext cx="1796340" cy="7066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lgn="ctr" defTabSz="584200">
              <a:lnSpc>
                <a:spcPct val="120000"/>
              </a:lnSpc>
              <a:spcBef>
                <a:spcPts val="0"/>
              </a:spcBef>
              <a:defRPr spc="107">
                <a:solidFill>
                  <a:srgbClr val="FFFFFF"/>
                </a:solidFill>
              </a:defRPr>
            </a:lvl1pPr>
          </a:lstStyle>
          <a:p>
            <a:r>
              <a:t>Source</a:t>
            </a:r>
          </a:p>
        </p:txBody>
      </p:sp>
      <p:sp>
        <p:nvSpPr>
          <p:cNvPr id="228" name="Kaggle"/>
          <p:cNvSpPr txBox="1"/>
          <p:nvPr/>
        </p:nvSpPr>
        <p:spPr>
          <a:xfrm>
            <a:off x="3023675" y="3176639"/>
            <a:ext cx="1682586" cy="6940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spcBef>
                <a:spcPts val="0"/>
              </a:spcBef>
              <a:defRPr sz="3500" b="0" spc="70">
                <a:solidFill>
                  <a:srgbClr val="FFFFFF"/>
                </a:solidFill>
                <a:latin typeface="Graphik-Medium"/>
                <a:ea typeface="Graphik-Medium"/>
                <a:cs typeface="Graphik-Medium"/>
                <a:sym typeface="Graphik Medium"/>
              </a:defRPr>
            </a:lvl1pPr>
          </a:lstStyle>
          <a:p>
            <a:r>
              <a:t>Kaggle</a:t>
            </a:r>
          </a:p>
        </p:txBody>
      </p:sp>
      <p:sp>
        <p:nvSpPr>
          <p:cNvPr id="229" name="File Type"/>
          <p:cNvSpPr txBox="1"/>
          <p:nvPr/>
        </p:nvSpPr>
        <p:spPr>
          <a:xfrm>
            <a:off x="7050081" y="2277357"/>
            <a:ext cx="2237538" cy="7066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lgn="ctr" defTabSz="584200">
              <a:lnSpc>
                <a:spcPct val="120000"/>
              </a:lnSpc>
              <a:spcBef>
                <a:spcPts val="0"/>
              </a:spcBef>
              <a:defRPr spc="107">
                <a:solidFill>
                  <a:srgbClr val="FFFFFF"/>
                </a:solidFill>
              </a:defRPr>
            </a:lvl1pPr>
          </a:lstStyle>
          <a:p>
            <a:r>
              <a:t>File Type</a:t>
            </a:r>
          </a:p>
        </p:txBody>
      </p:sp>
      <p:sp>
        <p:nvSpPr>
          <p:cNvPr id="230" name="CSV"/>
          <p:cNvSpPr txBox="1"/>
          <p:nvPr/>
        </p:nvSpPr>
        <p:spPr>
          <a:xfrm>
            <a:off x="8913663" y="3176639"/>
            <a:ext cx="1045973" cy="6940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lgn="ctr">
              <a:spcBef>
                <a:spcPts val="0"/>
              </a:spcBef>
              <a:defRPr sz="3500" b="0" spc="70">
                <a:solidFill>
                  <a:srgbClr val="FFFFFF"/>
                </a:solidFill>
                <a:latin typeface="Graphik-Medium"/>
                <a:ea typeface="Graphik-Medium"/>
                <a:cs typeface="Graphik-Medium"/>
                <a:sym typeface="Graphik Medium"/>
              </a:defRPr>
            </a:lvl1pPr>
          </a:lstStyle>
          <a:p>
            <a:r>
              <a:t>CSV</a:t>
            </a:r>
          </a:p>
        </p:txBody>
      </p:sp>
      <p:sp>
        <p:nvSpPr>
          <p:cNvPr id="231" name="Rounded Rectangle"/>
          <p:cNvSpPr/>
          <p:nvPr/>
        </p:nvSpPr>
        <p:spPr>
          <a:xfrm>
            <a:off x="12401759" y="2226252"/>
            <a:ext cx="5213144" cy="2594829"/>
          </a:xfrm>
          <a:prstGeom prst="roundRect">
            <a:avLst>
              <a:gd name="adj" fmla="val 15000"/>
            </a:avLst>
          </a:prstGeom>
          <a:solidFill>
            <a:schemeClr val="accent1">
              <a:alpha val="80204"/>
            </a:schemeClr>
          </a:solidFill>
          <a:ln w="12700">
            <a:miter lim="400000"/>
          </a:ln>
          <a:effectLst>
            <a:reflection stA="50000" endPos="40000" dir="5400000" sy="-100000" algn="bl" rotWithShape="0"/>
          </a:effectLst>
        </p:spPr>
        <p:txBody>
          <a:bodyPr lIns="50800" tIns="50800" rIns="50800" bIns="50800" anchor="ctr"/>
          <a:lstStyle/>
          <a:p>
            <a:pPr algn="ctr" defTabSz="825500">
              <a:spcBef>
                <a:spcPts val="0"/>
              </a:spcBef>
              <a:defRPr sz="3200" b="0" spc="0">
                <a:solidFill>
                  <a:srgbClr val="000000"/>
                </a:solidFill>
                <a:latin typeface="Graphik-Medium"/>
                <a:ea typeface="Graphik-Medium"/>
                <a:cs typeface="Graphik-Medium"/>
                <a:sym typeface="Graphik Medium"/>
              </a:defRPr>
            </a:pPr>
            <a:endParaRPr/>
          </a:p>
        </p:txBody>
      </p:sp>
      <p:sp>
        <p:nvSpPr>
          <p:cNvPr id="232" name="Rounded Rectangle"/>
          <p:cNvSpPr/>
          <p:nvPr/>
        </p:nvSpPr>
        <p:spPr>
          <a:xfrm>
            <a:off x="17973440" y="2207037"/>
            <a:ext cx="5213144" cy="2594829"/>
          </a:xfrm>
          <a:prstGeom prst="roundRect">
            <a:avLst>
              <a:gd name="adj" fmla="val 15000"/>
            </a:avLst>
          </a:prstGeom>
          <a:solidFill>
            <a:schemeClr val="accent1">
              <a:alpha val="79834"/>
            </a:schemeClr>
          </a:solidFill>
          <a:ln w="12700">
            <a:miter lim="400000"/>
          </a:ln>
          <a:effectLst>
            <a:reflection stA="50000" endPos="40000" dir="5400000" sy="-100000" algn="bl" rotWithShape="0"/>
          </a:effectLst>
        </p:spPr>
        <p:txBody>
          <a:bodyPr lIns="50800" tIns="50800" rIns="50800" bIns="50800" anchor="ctr"/>
          <a:lstStyle/>
          <a:p>
            <a:pPr algn="ctr" defTabSz="825500">
              <a:spcBef>
                <a:spcPts val="0"/>
              </a:spcBef>
              <a:defRPr sz="3200" b="0" spc="0">
                <a:solidFill>
                  <a:srgbClr val="000000"/>
                </a:solidFill>
                <a:latin typeface="Graphik-Medium"/>
                <a:ea typeface="Graphik-Medium"/>
                <a:cs typeface="Graphik-Medium"/>
                <a:sym typeface="Graphik Medium"/>
              </a:defRPr>
            </a:pPr>
            <a:endParaRPr/>
          </a:p>
        </p:txBody>
      </p:sp>
      <p:sp>
        <p:nvSpPr>
          <p:cNvPr id="233" name="Rows"/>
          <p:cNvSpPr txBox="1"/>
          <p:nvPr/>
        </p:nvSpPr>
        <p:spPr>
          <a:xfrm>
            <a:off x="12631790" y="2277357"/>
            <a:ext cx="1373430" cy="7066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lgn="ctr" defTabSz="584200">
              <a:lnSpc>
                <a:spcPct val="120000"/>
              </a:lnSpc>
              <a:spcBef>
                <a:spcPts val="0"/>
              </a:spcBef>
              <a:defRPr spc="107">
                <a:solidFill>
                  <a:srgbClr val="FFFFFF"/>
                </a:solidFill>
              </a:defRPr>
            </a:lvl1pPr>
          </a:lstStyle>
          <a:p>
            <a:r>
              <a:t>Rows</a:t>
            </a:r>
          </a:p>
        </p:txBody>
      </p:sp>
      <p:sp>
        <p:nvSpPr>
          <p:cNvPr id="234" name="Columns"/>
          <p:cNvSpPr txBox="1"/>
          <p:nvPr/>
        </p:nvSpPr>
        <p:spPr>
          <a:xfrm>
            <a:off x="18266905" y="2277357"/>
            <a:ext cx="2208734" cy="7066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lgn="ctr" defTabSz="584200">
              <a:lnSpc>
                <a:spcPct val="120000"/>
              </a:lnSpc>
              <a:spcBef>
                <a:spcPts val="0"/>
              </a:spcBef>
              <a:defRPr spc="107">
                <a:solidFill>
                  <a:srgbClr val="FFFFFF"/>
                </a:solidFill>
              </a:defRPr>
            </a:lvl1pPr>
          </a:lstStyle>
          <a:p>
            <a:r>
              <a:t>Columns</a:t>
            </a:r>
          </a:p>
        </p:txBody>
      </p:sp>
      <p:sp>
        <p:nvSpPr>
          <p:cNvPr id="235" name="14100"/>
          <p:cNvSpPr txBox="1"/>
          <p:nvPr/>
        </p:nvSpPr>
        <p:spPr>
          <a:xfrm>
            <a:off x="14294876" y="3176639"/>
            <a:ext cx="1426909" cy="6940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lgn="ctr">
              <a:spcBef>
                <a:spcPts val="0"/>
              </a:spcBef>
              <a:defRPr sz="3500" b="0" spc="70">
                <a:solidFill>
                  <a:srgbClr val="FFFFFF"/>
                </a:solidFill>
                <a:latin typeface="Graphik-Medium"/>
                <a:ea typeface="Graphik-Medium"/>
                <a:cs typeface="Graphik-Medium"/>
                <a:sym typeface="Graphik Medium"/>
              </a:defRPr>
            </a:lvl1pPr>
          </a:lstStyle>
          <a:p>
            <a:r>
              <a:t>14100</a:t>
            </a:r>
          </a:p>
        </p:txBody>
      </p:sp>
      <p:sp>
        <p:nvSpPr>
          <p:cNvPr id="236" name="30"/>
          <p:cNvSpPr txBox="1"/>
          <p:nvPr/>
        </p:nvSpPr>
        <p:spPr>
          <a:xfrm>
            <a:off x="20219935" y="3176639"/>
            <a:ext cx="720154" cy="6940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lgn="ctr">
              <a:spcBef>
                <a:spcPts val="0"/>
              </a:spcBef>
              <a:defRPr sz="3500" b="0" spc="70">
                <a:solidFill>
                  <a:srgbClr val="FFFFFF"/>
                </a:solidFill>
                <a:latin typeface="Graphik-Medium"/>
                <a:ea typeface="Graphik-Medium"/>
                <a:cs typeface="Graphik-Medium"/>
                <a:sym typeface="Graphik Medium"/>
              </a:defRPr>
            </a:lvl1pPr>
          </a:lstStyle>
          <a:p>
            <a:r>
              <a:t>30</a:t>
            </a:r>
          </a:p>
        </p:txBody>
      </p:sp>
      <p:graphicFrame>
        <p:nvGraphicFramePr>
          <p:cNvPr id="237" name="Table 1"/>
          <p:cNvGraphicFramePr/>
          <p:nvPr/>
        </p:nvGraphicFramePr>
        <p:xfrm>
          <a:off x="1226675" y="6684160"/>
          <a:ext cx="21812948" cy="5271868"/>
        </p:xfrm>
        <a:graphic>
          <a:graphicData uri="http://schemas.openxmlformats.org/drawingml/2006/table">
            <a:tbl>
              <a:tblPr firstRow="1" firstCol="1">
                <a:tableStyleId>{C7B018BB-80A7-4F77-B60F-C8B233D01FF8}</a:tableStyleId>
              </a:tblPr>
              <a:tblGrid>
                <a:gridCol w="6161272">
                  <a:extLst>
                    <a:ext uri="{9D8B030D-6E8A-4147-A177-3AD203B41FA5}">
                      <a16:colId xmlns:a16="http://schemas.microsoft.com/office/drawing/2014/main" val="20000"/>
                    </a:ext>
                  </a:extLst>
                </a:gridCol>
                <a:gridCol w="15651676">
                  <a:extLst>
                    <a:ext uri="{9D8B030D-6E8A-4147-A177-3AD203B41FA5}">
                      <a16:colId xmlns:a16="http://schemas.microsoft.com/office/drawing/2014/main" val="20001"/>
                    </a:ext>
                  </a:extLst>
                </a:gridCol>
              </a:tblGrid>
              <a:tr h="753124">
                <a:tc>
                  <a:txBody>
                    <a:bodyPr/>
                    <a:lstStyle/>
                    <a:p>
                      <a:pPr algn="l" defTabSz="914400">
                        <a:tabLst>
                          <a:tab pos="1663700" algn="l"/>
                        </a:tabLst>
                        <a:defRPr sz="1800">
                          <a:solidFill>
                            <a:srgbClr val="000000"/>
                          </a:solidFill>
                        </a:defRPr>
                      </a:pPr>
                      <a:r>
                        <a:rPr sz="3200">
                          <a:solidFill>
                            <a:srgbClr val="FFFFFF"/>
                          </a:solidFill>
                          <a:sym typeface="Graphik Medium"/>
                        </a:rPr>
                        <a:t>Column</a:t>
                      </a:r>
                    </a:p>
                  </a:txBody>
                  <a:tcPr marL="50800" marR="50800" marT="50800" marB="50800" anchor="ctr" horzOverflow="overflow">
                    <a:lnL w="12700">
                      <a:solidFill>
                        <a:srgbClr val="000000"/>
                      </a:solidFill>
                      <a:miter lim="400000"/>
                    </a:lnL>
                  </a:tcPr>
                </a:tc>
                <a:tc>
                  <a:txBody>
                    <a:bodyPr/>
                    <a:lstStyle/>
                    <a:p>
                      <a:pPr algn="l" defTabSz="914400">
                        <a:tabLst>
                          <a:tab pos="1663700" algn="l"/>
                        </a:tabLst>
                        <a:defRPr sz="1800">
                          <a:solidFill>
                            <a:srgbClr val="000000"/>
                          </a:solidFill>
                        </a:defRPr>
                      </a:pPr>
                      <a:r>
                        <a:rPr sz="3200">
                          <a:solidFill>
                            <a:srgbClr val="FFFFFF"/>
                          </a:solidFill>
                          <a:sym typeface="Graphik Medium"/>
                        </a:rPr>
                        <a:t>Role</a:t>
                      </a:r>
                    </a:p>
                  </a:txBody>
                  <a:tcPr marL="50800" marR="50800" marT="50800" marB="50800" anchor="ctr" horzOverflow="overflow">
                    <a:lnR w="12700">
                      <a:solidFill>
                        <a:srgbClr val="000000"/>
                      </a:solidFill>
                      <a:miter lim="400000"/>
                    </a:lnR>
                  </a:tcPr>
                </a:tc>
                <a:extLst>
                  <a:ext uri="{0D108BD9-81ED-4DB2-BD59-A6C34878D82A}">
                    <a16:rowId xmlns:a16="http://schemas.microsoft.com/office/drawing/2014/main" val="10000"/>
                  </a:ext>
                </a:extLst>
              </a:tr>
              <a:tr h="753124">
                <a:tc>
                  <a:txBody>
                    <a:bodyPr/>
                    <a:lstStyle/>
                    <a:p>
                      <a:pPr defTabSz="914400">
                        <a:defRPr sz="1800">
                          <a:solidFill>
                            <a:srgbClr val="000000"/>
                          </a:solidFill>
                        </a:defRPr>
                      </a:pPr>
                      <a:r>
                        <a:rPr sz="3200">
                          <a:solidFill>
                            <a:srgbClr val="5E5E5E"/>
                          </a:solidFill>
                          <a:sym typeface="Graphik Medium"/>
                        </a:rPr>
                        <a:t>Country name</a:t>
                      </a:r>
                    </a:p>
                  </a:txBody>
                  <a:tcPr marL="50800" marR="50800" marT="50800" marB="50800" anchor="ctr" horzOverflow="overflow"/>
                </a:tc>
                <a:tc>
                  <a:txBody>
                    <a:bodyPr/>
                    <a:lstStyle/>
                    <a:p>
                      <a:pPr defTabSz="914400">
                        <a:defRPr sz="1800">
                          <a:solidFill>
                            <a:srgbClr val="000000"/>
                          </a:solidFill>
                        </a:defRPr>
                      </a:pPr>
                      <a:r>
                        <a:rPr sz="3200">
                          <a:solidFill>
                            <a:srgbClr val="5E5E5E"/>
                          </a:solidFill>
                          <a:sym typeface="Graphik Medium"/>
                        </a:rPr>
                        <a:t>Used for representing Countries</a:t>
                      </a:r>
                    </a:p>
                  </a:txBody>
                  <a:tcPr marL="50800" marR="50800" marT="50800" marB="50800" anchor="ctr" horzOverflow="overflow">
                    <a:lnR w="12700">
                      <a:solidFill>
                        <a:srgbClr val="000000"/>
                      </a:solidFill>
                      <a:miter lim="400000"/>
                    </a:lnR>
                  </a:tcPr>
                </a:tc>
                <a:extLst>
                  <a:ext uri="{0D108BD9-81ED-4DB2-BD59-A6C34878D82A}">
                    <a16:rowId xmlns:a16="http://schemas.microsoft.com/office/drawing/2014/main" val="10001"/>
                  </a:ext>
                </a:extLst>
              </a:tr>
              <a:tr h="753124">
                <a:tc>
                  <a:txBody>
                    <a:bodyPr/>
                    <a:lstStyle/>
                    <a:p>
                      <a:pPr defTabSz="914400">
                        <a:defRPr sz="1800">
                          <a:solidFill>
                            <a:srgbClr val="000000"/>
                          </a:solidFill>
                        </a:defRPr>
                      </a:pPr>
                      <a:r>
                        <a:rPr sz="3200">
                          <a:solidFill>
                            <a:srgbClr val="5E5E5E"/>
                          </a:solidFill>
                          <a:sym typeface="Graphik Medium"/>
                        </a:rPr>
                        <a:t>Year</a:t>
                      </a:r>
                    </a:p>
                  </a:txBody>
                  <a:tcPr marL="50800" marR="50800" marT="50800" marB="50800" anchor="ctr" horzOverflow="overflow"/>
                </a:tc>
                <a:tc>
                  <a:txBody>
                    <a:bodyPr/>
                    <a:lstStyle/>
                    <a:p>
                      <a:pPr defTabSz="914400">
                        <a:defRPr sz="1800">
                          <a:solidFill>
                            <a:srgbClr val="000000"/>
                          </a:solidFill>
                        </a:defRPr>
                      </a:pPr>
                      <a:r>
                        <a:rPr sz="3200">
                          <a:solidFill>
                            <a:srgbClr val="5E5E5E"/>
                          </a:solidFill>
                          <a:sym typeface="Graphik Medium"/>
                        </a:rPr>
                        <a:t>Used for comparing the timeline</a:t>
                      </a:r>
                    </a:p>
                  </a:txBody>
                  <a:tcPr marL="50800" marR="50800" marT="50800" marB="50800" anchor="ctr" horzOverflow="overflow">
                    <a:lnR w="12700">
                      <a:solidFill>
                        <a:srgbClr val="000000"/>
                      </a:solidFill>
                      <a:miter lim="400000"/>
                    </a:lnR>
                  </a:tcPr>
                </a:tc>
                <a:extLst>
                  <a:ext uri="{0D108BD9-81ED-4DB2-BD59-A6C34878D82A}">
                    <a16:rowId xmlns:a16="http://schemas.microsoft.com/office/drawing/2014/main" val="10002"/>
                  </a:ext>
                </a:extLst>
              </a:tr>
              <a:tr h="753124">
                <a:tc>
                  <a:txBody>
                    <a:bodyPr/>
                    <a:lstStyle/>
                    <a:p>
                      <a:pPr defTabSz="914400">
                        <a:defRPr sz="1800">
                          <a:solidFill>
                            <a:srgbClr val="000000"/>
                          </a:solidFill>
                        </a:defRPr>
                      </a:pPr>
                      <a:r>
                        <a:rPr sz="3200">
                          <a:solidFill>
                            <a:srgbClr val="5E5E5E"/>
                          </a:solidFill>
                          <a:sym typeface="Graphik Medium"/>
                        </a:rPr>
                        <a:t>Healthcare access</a:t>
                      </a:r>
                    </a:p>
                  </a:txBody>
                  <a:tcPr marL="50800" marR="50800" marT="50800" marB="50800" anchor="ctr" horzOverflow="overflow"/>
                </a:tc>
                <a:tc>
                  <a:txBody>
                    <a:bodyPr/>
                    <a:lstStyle/>
                    <a:p>
                      <a:pPr defTabSz="914400">
                        <a:defRPr sz="1800">
                          <a:solidFill>
                            <a:srgbClr val="000000"/>
                          </a:solidFill>
                        </a:defRPr>
                      </a:pPr>
                      <a:r>
                        <a:rPr sz="3200">
                          <a:solidFill>
                            <a:srgbClr val="5E5E5E"/>
                          </a:solidFill>
                          <a:sym typeface="Graphik Medium"/>
                        </a:rPr>
                        <a:t>How much people had access to Healthcare in different countries </a:t>
                      </a:r>
                    </a:p>
                  </a:txBody>
                  <a:tcPr marL="50800" marR="50800" marT="50800" marB="50800" anchor="ctr" horzOverflow="overflow">
                    <a:lnR w="12700">
                      <a:solidFill>
                        <a:srgbClr val="000000"/>
                      </a:solidFill>
                      <a:miter lim="400000"/>
                    </a:lnR>
                  </a:tcPr>
                </a:tc>
                <a:extLst>
                  <a:ext uri="{0D108BD9-81ED-4DB2-BD59-A6C34878D82A}">
                    <a16:rowId xmlns:a16="http://schemas.microsoft.com/office/drawing/2014/main" val="10003"/>
                  </a:ext>
                </a:extLst>
              </a:tr>
              <a:tr h="753124">
                <a:tc>
                  <a:txBody>
                    <a:bodyPr/>
                    <a:lstStyle/>
                    <a:p>
                      <a:pPr defTabSz="914400">
                        <a:defRPr sz="1800">
                          <a:solidFill>
                            <a:srgbClr val="000000"/>
                          </a:solidFill>
                        </a:defRPr>
                      </a:pPr>
                      <a:r>
                        <a:rPr sz="3200">
                          <a:solidFill>
                            <a:srgbClr val="5E5E5E"/>
                          </a:solidFill>
                          <a:sym typeface="Graphik Medium"/>
                        </a:rPr>
                        <a:t>Income level</a:t>
                      </a:r>
                    </a:p>
                  </a:txBody>
                  <a:tcPr marL="50800" marR="50800" marT="50800" marB="50800" anchor="ctr" horzOverflow="overflow"/>
                </a:tc>
                <a:tc>
                  <a:txBody>
                    <a:bodyPr/>
                    <a:lstStyle/>
                    <a:p>
                      <a:pPr defTabSz="914400">
                        <a:defRPr sz="1800">
                          <a:solidFill>
                            <a:srgbClr val="000000"/>
                          </a:solidFill>
                        </a:defRPr>
                      </a:pPr>
                      <a:r>
                        <a:rPr sz="3200">
                          <a:solidFill>
                            <a:srgbClr val="5E5E5E"/>
                          </a:solidFill>
                          <a:sym typeface="Graphik Medium"/>
                        </a:rPr>
                        <a:t>Categorising the countries on the income level of People </a:t>
                      </a:r>
                    </a:p>
                  </a:txBody>
                  <a:tcPr marL="50800" marR="50800" marT="50800" marB="50800" anchor="ctr" horzOverflow="overflow">
                    <a:lnR w="12700">
                      <a:solidFill>
                        <a:srgbClr val="000000"/>
                      </a:solidFill>
                      <a:miter lim="400000"/>
                    </a:lnR>
                  </a:tcPr>
                </a:tc>
                <a:extLst>
                  <a:ext uri="{0D108BD9-81ED-4DB2-BD59-A6C34878D82A}">
                    <a16:rowId xmlns:a16="http://schemas.microsoft.com/office/drawing/2014/main" val="10004"/>
                  </a:ext>
                </a:extLst>
              </a:tr>
              <a:tr h="753124">
                <a:tc>
                  <a:txBody>
                    <a:bodyPr/>
                    <a:lstStyle/>
                    <a:p>
                      <a:pPr defTabSz="914400">
                        <a:defRPr sz="1800">
                          <a:solidFill>
                            <a:srgbClr val="000000"/>
                          </a:solidFill>
                        </a:defRPr>
                      </a:pPr>
                      <a:r>
                        <a:rPr sz="3200">
                          <a:solidFill>
                            <a:srgbClr val="5E5E5E"/>
                          </a:solidFill>
                          <a:sym typeface="Graphik Medium"/>
                        </a:rPr>
                        <a:t>Food security</a:t>
                      </a:r>
                    </a:p>
                  </a:txBody>
                  <a:tcPr marL="50800" marR="50800" marT="50800" marB="50800" anchor="ctr" horzOverflow="overflow"/>
                </a:tc>
                <a:tc>
                  <a:txBody>
                    <a:bodyPr/>
                    <a:lstStyle/>
                    <a:p>
                      <a:pPr defTabSz="914400">
                        <a:defRPr sz="1800">
                          <a:solidFill>
                            <a:srgbClr val="000000"/>
                          </a:solidFill>
                        </a:defRPr>
                      </a:pPr>
                      <a:r>
                        <a:rPr sz="3200">
                          <a:solidFill>
                            <a:srgbClr val="5E5E5E"/>
                          </a:solidFill>
                          <a:sym typeface="Graphik Medium"/>
                        </a:rPr>
                        <a:t>The security of Food quality in the country </a:t>
                      </a:r>
                    </a:p>
                  </a:txBody>
                  <a:tcPr marL="50800" marR="50800" marT="50800" marB="50800" anchor="ctr" horzOverflow="overflow">
                    <a:lnR w="12700">
                      <a:solidFill>
                        <a:srgbClr val="000000"/>
                      </a:solidFill>
                      <a:miter lim="400000"/>
                    </a:lnR>
                  </a:tcPr>
                </a:tc>
                <a:extLst>
                  <a:ext uri="{0D108BD9-81ED-4DB2-BD59-A6C34878D82A}">
                    <a16:rowId xmlns:a16="http://schemas.microsoft.com/office/drawing/2014/main" val="10005"/>
                  </a:ext>
                </a:extLst>
              </a:tr>
              <a:tr h="753124">
                <a:tc>
                  <a:txBody>
                    <a:bodyPr/>
                    <a:lstStyle/>
                    <a:p>
                      <a:pPr defTabSz="914400">
                        <a:defRPr sz="1800">
                          <a:solidFill>
                            <a:srgbClr val="000000"/>
                          </a:solidFill>
                        </a:defRPr>
                      </a:pPr>
                      <a:r>
                        <a:rPr sz="3200">
                          <a:solidFill>
                            <a:srgbClr val="5E5E5E"/>
                          </a:solidFill>
                          <a:sym typeface="Graphik Medium"/>
                        </a:rPr>
                        <a:t>Temperature Anomalies</a:t>
                      </a:r>
                    </a:p>
                  </a:txBody>
                  <a:tcPr marL="50800" marR="50800" marT="50800" marB="50800" anchor="ctr" horzOverflow="overflow">
                    <a:lnB w="12700">
                      <a:solidFill>
                        <a:srgbClr val="000000"/>
                      </a:solidFill>
                      <a:miter lim="400000"/>
                    </a:lnB>
                  </a:tcPr>
                </a:tc>
                <a:tc>
                  <a:txBody>
                    <a:bodyPr/>
                    <a:lstStyle/>
                    <a:p>
                      <a:pPr defTabSz="914400">
                        <a:defRPr sz="1800">
                          <a:solidFill>
                            <a:srgbClr val="000000"/>
                          </a:solidFill>
                        </a:defRPr>
                      </a:pPr>
                      <a:r>
                        <a:rPr sz="3200">
                          <a:solidFill>
                            <a:srgbClr val="5E5E5E"/>
                          </a:solidFill>
                          <a:sym typeface="Graphik Medium"/>
                        </a:rPr>
                        <a:t>The increase in temperature then the average predicted</a:t>
                      </a:r>
                    </a:p>
                  </a:txBody>
                  <a:tcPr marL="50800" marR="50800" marT="50800" marB="50800" anchor="ctr" horzOverflow="overflow">
                    <a:lnR w="12700">
                      <a:solidFill>
                        <a:srgbClr val="000000"/>
                      </a:solidFill>
                      <a:miter lim="400000"/>
                    </a:lnR>
                    <a:lnB w="12700">
                      <a:solidFill>
                        <a:srgbClr val="000000"/>
                      </a:solidFill>
                      <a:miter lim="400000"/>
                    </a:lnB>
                  </a:tcPr>
                </a:tc>
                <a:extLst>
                  <a:ext uri="{0D108BD9-81ED-4DB2-BD59-A6C34878D82A}">
                    <a16:rowId xmlns:a16="http://schemas.microsoft.com/office/drawing/2014/main" val="10006"/>
                  </a:ext>
                </a:extLst>
              </a:tr>
            </a:tbl>
          </a:graphicData>
        </a:graphic>
      </p:graphicFrame>
      <p:sp>
        <p:nvSpPr>
          <p:cNvPr id="238" name="Key Columns"/>
          <p:cNvSpPr txBox="1"/>
          <p:nvPr/>
        </p:nvSpPr>
        <p:spPr>
          <a:xfrm>
            <a:off x="1225928" y="5760220"/>
            <a:ext cx="5509514" cy="6057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defTabSz="584200">
              <a:lnSpc>
                <a:spcPct val="120000"/>
              </a:lnSpc>
              <a:spcBef>
                <a:spcPts val="0"/>
              </a:spcBef>
              <a:defRPr sz="3000" spc="90">
                <a:solidFill>
                  <a:schemeClr val="accent1"/>
                </a:solidFill>
              </a:defRPr>
            </a:lvl1pPr>
          </a:lstStyle>
          <a:p>
            <a:r>
              <a:t>Key Columns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a14="http://schemas.microsoft.com/office/drawing/2010/main" xmlns:m="http://schemas.openxmlformats.org/officeDocument/2006/math"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satOff val="3942"/>
            <a:lumOff val="17322"/>
          </a:schemeClr>
        </a:solidFill>
        <a:effectLst/>
      </p:bgPr>
    </p:bg>
    <p:spTree>
      <p:nvGrpSpPr>
        <p:cNvPr id="1" name=""/>
        <p:cNvGrpSpPr/>
        <p:nvPr/>
      </p:nvGrpSpPr>
      <p:grpSpPr>
        <a:xfrm>
          <a:off x="0" y="0"/>
          <a:ext cx="0" cy="0"/>
          <a:chOff x="0" y="0"/>
          <a:chExt cx="0" cy="0"/>
        </a:xfrm>
      </p:grpSpPr>
      <p:sp>
        <p:nvSpPr>
          <p:cNvPr id="240" name="Dashboard"/>
          <p:cNvSpPr txBox="1">
            <a:spLocks noGrp="1"/>
          </p:cNvSpPr>
          <p:nvPr>
            <p:ph type="body" sz="half" idx="1"/>
          </p:nvPr>
        </p:nvSpPr>
        <p:spPr>
          <a:prstGeom prst="rect">
            <a:avLst/>
          </a:prstGeom>
        </p:spPr>
        <p:txBody>
          <a:bodyPr/>
          <a:lstStyle/>
          <a:p>
            <a:r>
              <a:t>Dashboard</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a14="http://schemas.microsoft.com/office/drawing/2010/main" xmlns:m="http://schemas.openxmlformats.org/officeDocument/2006/math"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42" name="Screenshot 2026-07-03 at 12.51.15 PM.png" descr="Screenshot 2026-07-03 at 12.51.15 PM.png"/>
          <p:cNvPicPr>
            <a:picLocks noChangeAspect="1"/>
          </p:cNvPicPr>
          <p:nvPr/>
        </p:nvPicPr>
        <p:blipFill>
          <a:blip r:embed="rId2"/>
          <a:stretch>
            <a:fillRect/>
          </a:stretch>
        </p:blipFill>
        <p:spPr>
          <a:xfrm>
            <a:off x="15349" y="-19149"/>
            <a:ext cx="24384001" cy="13771636"/>
          </a:xfrm>
          <a:prstGeom prst="rect">
            <a:avLst/>
          </a:prstGeom>
          <a:ln w="12700">
            <a:miter lim="400000"/>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a14="http://schemas.microsoft.com/office/drawing/2010/main" xmlns:m="http://schemas.openxmlformats.org/officeDocument/2006/math"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44" name="Screenshot 2026-07-02 at 7.57.36 PM.png" descr="Screenshot 2026-07-02 at 7.57.36 PM.png"/>
          <p:cNvPicPr>
            <a:picLocks noChangeAspect="1"/>
          </p:cNvPicPr>
          <p:nvPr/>
        </p:nvPicPr>
        <p:blipFill>
          <a:blip r:embed="rId2"/>
          <a:stretch>
            <a:fillRect/>
          </a:stretch>
        </p:blipFill>
        <p:spPr>
          <a:xfrm>
            <a:off x="155858" y="52000"/>
            <a:ext cx="24072284" cy="13612000"/>
          </a:xfrm>
          <a:prstGeom prst="rect">
            <a:avLst/>
          </a:prstGeom>
          <a:ln w="12700">
            <a:miter lim="400000"/>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a14="http://schemas.microsoft.com/office/drawing/2010/main" xmlns:m="http://schemas.openxmlformats.org/officeDocument/2006/math"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8AACB9"/>
        </a:solidFill>
        <a:effectLst/>
      </p:bgPr>
    </p:bg>
    <p:spTree>
      <p:nvGrpSpPr>
        <p:cNvPr id="1" name=""/>
        <p:cNvGrpSpPr/>
        <p:nvPr/>
      </p:nvGrpSpPr>
      <p:grpSpPr>
        <a:xfrm>
          <a:off x="0" y="0"/>
          <a:ext cx="0" cy="0"/>
          <a:chOff x="0" y="0"/>
          <a:chExt cx="0" cy="0"/>
        </a:xfrm>
      </p:grpSpPr>
      <p:sp>
        <p:nvSpPr>
          <p:cNvPr id="246" name="Key Findings"/>
          <p:cNvSpPr txBox="1">
            <a:spLocks noGrp="1"/>
          </p:cNvSpPr>
          <p:nvPr>
            <p:ph type="body" sz="half" idx="1"/>
          </p:nvPr>
        </p:nvSpPr>
        <p:spPr>
          <a:prstGeom prst="rect">
            <a:avLst/>
          </a:prstGeom>
        </p:spPr>
        <p:txBody>
          <a:bodyPr/>
          <a:lstStyle/>
          <a:p>
            <a:r>
              <a:t>Key Findings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a14="http://schemas.microsoft.com/office/drawing/2010/main" xmlns:m="http://schemas.openxmlformats.org/officeDocument/2006/math"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8AACB9"/>
        </a:solidFill>
        <a:effectLst/>
      </p:bgPr>
    </p:bg>
    <p:spTree>
      <p:nvGrpSpPr>
        <p:cNvPr id="1" name=""/>
        <p:cNvGrpSpPr/>
        <p:nvPr/>
      </p:nvGrpSpPr>
      <p:grpSpPr>
        <a:xfrm>
          <a:off x="0" y="0"/>
          <a:ext cx="0" cy="0"/>
          <a:chOff x="0" y="0"/>
          <a:chExt cx="0" cy="0"/>
        </a:xfrm>
      </p:grpSpPr>
      <p:sp>
        <p:nvSpPr>
          <p:cNvPr id="248" name="Healthcare access in countries"/>
          <p:cNvSpPr txBox="1">
            <a:spLocks noGrp="1"/>
          </p:cNvSpPr>
          <p:nvPr>
            <p:ph type="title"/>
          </p:nvPr>
        </p:nvSpPr>
        <p:spPr>
          <a:xfrm>
            <a:off x="1571693" y="1282700"/>
            <a:ext cx="21240614" cy="1651000"/>
          </a:xfrm>
          <a:prstGeom prst="rect">
            <a:avLst/>
          </a:prstGeom>
        </p:spPr>
        <p:txBody>
          <a:bodyPr/>
          <a:lstStyle>
            <a:lvl1pPr defTabSz="549148">
              <a:defRPr sz="8460" spc="253"/>
            </a:lvl1pPr>
          </a:lstStyle>
          <a:p>
            <a:r>
              <a:t>Healthcare access in countries</a:t>
            </a:r>
          </a:p>
        </p:txBody>
      </p:sp>
      <p:pic>
        <p:nvPicPr>
          <p:cNvPr id="249" name="pasted-movie.png" descr="pasted-movie.png"/>
          <p:cNvPicPr>
            <a:picLocks noChangeAspect="1"/>
          </p:cNvPicPr>
          <p:nvPr/>
        </p:nvPicPr>
        <p:blipFill>
          <a:blip r:embed="rId2"/>
          <a:stretch>
            <a:fillRect/>
          </a:stretch>
        </p:blipFill>
        <p:spPr>
          <a:xfrm>
            <a:off x="10939867" y="3593478"/>
            <a:ext cx="11555299" cy="7635158"/>
          </a:xfrm>
          <a:prstGeom prst="rect">
            <a:avLst/>
          </a:prstGeom>
          <a:ln w="12700">
            <a:miter lim="400000"/>
          </a:ln>
        </p:spPr>
      </p:pic>
      <p:sp>
        <p:nvSpPr>
          <p:cNvPr id="250" name="The Healthcare Access VS Countries graph has income levels based grouping…"/>
          <p:cNvSpPr txBox="1"/>
          <p:nvPr/>
        </p:nvSpPr>
        <p:spPr>
          <a:xfrm>
            <a:off x="1866287" y="3225800"/>
            <a:ext cx="8783561" cy="90505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marL="635000" indent="-635000">
              <a:buClr>
                <a:srgbClr val="5E5E5E"/>
              </a:buClr>
              <a:buSzPct val="170000"/>
              <a:buChar char="•"/>
              <a:defRPr b="0">
                <a:solidFill>
                  <a:srgbClr val="FFFFFF"/>
                </a:solidFill>
                <a:latin typeface="Graphik-SemiboldItalic"/>
                <a:ea typeface="Graphik-SemiboldItalic"/>
                <a:cs typeface="Graphik-SemiboldItalic"/>
                <a:sym typeface="Graphik Semibold"/>
              </a:defRPr>
            </a:pPr>
            <a:r>
              <a:t>The Healthcare Access VS Countries graph has income levels based grouping</a:t>
            </a:r>
          </a:p>
          <a:p>
            <a:pPr marL="635000" indent="-635000">
              <a:buClr>
                <a:srgbClr val="5E5E5E"/>
              </a:buClr>
              <a:buSzPct val="170000"/>
              <a:buChar char="•"/>
              <a:defRPr b="0">
                <a:solidFill>
                  <a:srgbClr val="FFFFFF"/>
                </a:solidFill>
                <a:latin typeface="Graphik-SemiboldItalic"/>
                <a:ea typeface="Graphik-SemiboldItalic"/>
                <a:cs typeface="Graphik-SemiboldItalic"/>
                <a:sym typeface="Graphik Semibold"/>
              </a:defRPr>
            </a:pPr>
            <a:r>
              <a:t>The Graph shows that High and Upper-middle Income level countries have the best healthcare access.</a:t>
            </a:r>
          </a:p>
          <a:p>
            <a:pPr marL="635000" indent="-635000">
              <a:buClr>
                <a:srgbClr val="5E5E5E"/>
              </a:buClr>
              <a:buSzPct val="170000"/>
              <a:buChar char="•"/>
              <a:defRPr b="0">
                <a:solidFill>
                  <a:srgbClr val="FFFFFF"/>
                </a:solidFill>
                <a:latin typeface="Graphik-SemiboldItalic"/>
                <a:ea typeface="Graphik-SemiboldItalic"/>
                <a:cs typeface="Graphik-SemiboldItalic"/>
                <a:sym typeface="Graphik Semibold"/>
              </a:defRPr>
            </a:pPr>
            <a:r>
              <a:t>The Lower-Middle income level countries have low access to healthcare reaching upto average of 60 only.</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a14="http://schemas.microsoft.com/office/drawing/2010/main" xmlns:m="http://schemas.openxmlformats.org/officeDocument/2006/math"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2" name="Cardio Mortality Rate"/>
          <p:cNvSpPr txBox="1">
            <a:spLocks noGrp="1"/>
          </p:cNvSpPr>
          <p:nvPr>
            <p:ph type="title"/>
          </p:nvPr>
        </p:nvSpPr>
        <p:spPr>
          <a:xfrm>
            <a:off x="2082800" y="1282700"/>
            <a:ext cx="20205700" cy="1196549"/>
          </a:xfrm>
          <a:prstGeom prst="rect">
            <a:avLst/>
          </a:prstGeom>
        </p:spPr>
        <p:txBody>
          <a:bodyPr/>
          <a:lstStyle>
            <a:lvl1pPr defTabSz="420624">
              <a:defRPr sz="6480" spc="194"/>
            </a:lvl1pPr>
          </a:lstStyle>
          <a:p>
            <a:r>
              <a:t>Cardio Mortality Rate</a:t>
            </a:r>
          </a:p>
        </p:txBody>
      </p:sp>
      <p:sp>
        <p:nvSpPr>
          <p:cNvPr id="253" name="This map shows that Brazil has the highest (31.22%) Heart related deaths rate and Thailand has the lowest (30.37%) cardio mortality rate."/>
          <p:cNvSpPr txBox="1"/>
          <p:nvPr/>
        </p:nvSpPr>
        <p:spPr>
          <a:xfrm>
            <a:off x="1643197" y="5285486"/>
            <a:ext cx="7385603" cy="3145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a:solidFill>
                  <a:srgbClr val="5E5E5E"/>
                </a:solidFill>
              </a:defRPr>
            </a:lvl1pPr>
          </a:lstStyle>
          <a:p>
            <a:r>
              <a:t>This map shows that Brazil has the highest (31.22%) Heart related deaths rate and Thailand has the lowest (30.37%) cardio mortality rate.</a:t>
            </a:r>
          </a:p>
        </p:txBody>
      </p:sp>
      <p:pic>
        <p:nvPicPr>
          <p:cNvPr id="254" name="pasted-movie.png" descr="pasted-movie.png"/>
          <p:cNvPicPr>
            <a:picLocks noChangeAspect="1"/>
          </p:cNvPicPr>
          <p:nvPr/>
        </p:nvPicPr>
        <p:blipFill>
          <a:blip r:embed="rId2"/>
          <a:stretch>
            <a:fillRect/>
          </a:stretch>
        </p:blipFill>
        <p:spPr>
          <a:xfrm>
            <a:off x="8891062" y="3155651"/>
            <a:ext cx="14161248" cy="7921247"/>
          </a:xfrm>
          <a:prstGeom prst="rect">
            <a:avLst/>
          </a:prstGeom>
          <a:ln w="12700">
            <a:miter lim="400000"/>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a14="http://schemas.microsoft.com/office/drawing/2010/main" xmlns:m="http://schemas.openxmlformats.org/officeDocument/2006/math"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satOff val="3942"/>
            <a:lumOff val="17322"/>
          </a:schemeClr>
        </a:solidFill>
        <a:effectLst/>
      </p:bgPr>
    </p:bg>
    <p:spTree>
      <p:nvGrpSpPr>
        <p:cNvPr id="1" name=""/>
        <p:cNvGrpSpPr/>
        <p:nvPr/>
      </p:nvGrpSpPr>
      <p:grpSpPr>
        <a:xfrm>
          <a:off x="0" y="0"/>
          <a:ext cx="0" cy="0"/>
          <a:chOff x="0" y="0"/>
          <a:chExt cx="0" cy="0"/>
        </a:xfrm>
      </p:grpSpPr>
      <p:sp>
        <p:nvSpPr>
          <p:cNvPr id="256" name="Food security of countries"/>
          <p:cNvSpPr txBox="1">
            <a:spLocks noGrp="1"/>
          </p:cNvSpPr>
          <p:nvPr>
            <p:ph type="title"/>
          </p:nvPr>
        </p:nvSpPr>
        <p:spPr>
          <a:prstGeom prst="rect">
            <a:avLst/>
          </a:prstGeom>
        </p:spPr>
        <p:txBody>
          <a:bodyPr/>
          <a:lstStyle/>
          <a:p>
            <a:r>
              <a:t>Food security of countries</a:t>
            </a:r>
          </a:p>
        </p:txBody>
      </p:sp>
      <p:pic>
        <p:nvPicPr>
          <p:cNvPr id="257" name="pasted-movie.png" descr="pasted-movie.png"/>
          <p:cNvPicPr>
            <a:picLocks noChangeAspect="1"/>
          </p:cNvPicPr>
          <p:nvPr/>
        </p:nvPicPr>
        <p:blipFill>
          <a:blip r:embed="rId2"/>
          <a:stretch>
            <a:fillRect/>
          </a:stretch>
        </p:blipFill>
        <p:spPr>
          <a:xfrm>
            <a:off x="10319562" y="3225800"/>
            <a:ext cx="12323533" cy="8848177"/>
          </a:xfrm>
          <a:prstGeom prst="rect">
            <a:avLst/>
          </a:prstGeom>
          <a:ln w="12700">
            <a:miter lim="400000"/>
          </a:ln>
        </p:spPr>
      </p:pic>
      <p:sp>
        <p:nvSpPr>
          <p:cNvPr id="258" name="This map shows that UK has the highest (98.9) food security index and Philippines have the lowest (85.9) food security index"/>
          <p:cNvSpPr txBox="1"/>
          <p:nvPr/>
        </p:nvSpPr>
        <p:spPr>
          <a:xfrm>
            <a:off x="1595679" y="5205650"/>
            <a:ext cx="7006026" cy="3145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a:solidFill>
                  <a:srgbClr val="FFFFFF"/>
                </a:solidFill>
              </a:defRPr>
            </a:lvl1pPr>
          </a:lstStyle>
          <a:p>
            <a:r>
              <a:t>This map shows that UK has the highest (98.9) food security index and Philippines have the lowest (85.9) food security index </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a14="http://schemas.microsoft.com/office/drawing/2010/main" xmlns:m="http://schemas.openxmlformats.org/officeDocument/2006/math"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0" name="Key findings &amp; insights"/>
          <p:cNvSpPr txBox="1">
            <a:spLocks noGrp="1"/>
          </p:cNvSpPr>
          <p:nvPr>
            <p:ph type="title"/>
          </p:nvPr>
        </p:nvSpPr>
        <p:spPr>
          <a:xfrm>
            <a:off x="1139645" y="1190684"/>
            <a:ext cx="6680340" cy="860653"/>
          </a:xfrm>
          <a:prstGeom prst="rect">
            <a:avLst/>
          </a:prstGeom>
        </p:spPr>
        <p:txBody>
          <a:bodyPr/>
          <a:lstStyle>
            <a:lvl1pPr defTabSz="239522">
              <a:defRPr sz="3690" spc="110"/>
            </a:lvl1pPr>
          </a:lstStyle>
          <a:p>
            <a:r>
              <a:t>Key findings &amp; insights</a:t>
            </a:r>
          </a:p>
        </p:txBody>
      </p:sp>
      <p:sp>
        <p:nvSpPr>
          <p:cNvPr id="261" name="The data showed steady increase in the average temperature globally from 2015 to 2025.…"/>
          <p:cNvSpPr txBox="1"/>
          <p:nvPr/>
        </p:nvSpPr>
        <p:spPr>
          <a:xfrm>
            <a:off x="12148394" y="2073157"/>
            <a:ext cx="11190335" cy="788238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marL="635000" indent="-635000">
              <a:buClr>
                <a:srgbClr val="5E5E5E"/>
              </a:buClr>
              <a:buSzPct val="170000"/>
              <a:buChar char="•"/>
              <a:defRPr sz="3400" b="0" spc="34">
                <a:solidFill>
                  <a:srgbClr val="5E5E5E"/>
                </a:solidFill>
              </a:defRPr>
            </a:pPr>
            <a:r>
              <a:t>The data showed steady increase in the average temperature globally from 2015 to 2025.</a:t>
            </a:r>
          </a:p>
          <a:p>
            <a:pPr marL="635000" indent="-635000">
              <a:buClr>
                <a:srgbClr val="5E5E5E"/>
              </a:buClr>
              <a:buSzPct val="170000"/>
              <a:buChar char="•"/>
              <a:defRPr sz="3400" b="0" spc="34">
                <a:solidFill>
                  <a:srgbClr val="5E5E5E"/>
                </a:solidFill>
              </a:defRPr>
            </a:pPr>
            <a:r>
              <a:t>Average  PM25-ug/m3 readings show a decrease in 2025 (64.6) since 2015 (65.4).</a:t>
            </a:r>
          </a:p>
          <a:p>
            <a:pPr marL="635000" indent="-635000">
              <a:buClr>
                <a:srgbClr val="5E5E5E"/>
              </a:buClr>
              <a:buSzPct val="170000"/>
              <a:buChar char="•"/>
              <a:defRPr sz="3400" b="0" spc="34">
                <a:solidFill>
                  <a:srgbClr val="5E5E5E"/>
                </a:solidFill>
              </a:defRPr>
            </a:pPr>
            <a:r>
              <a:t>The data shows that the Healthcare access varies with the income level of the countries as High income level countries had an average of 85 access and low middle countries had an average of 45 access.</a:t>
            </a:r>
          </a:p>
          <a:p>
            <a:pPr marL="635000" indent="-635000">
              <a:buClr>
                <a:srgbClr val="5E5E5E"/>
              </a:buClr>
              <a:buSzPct val="170000"/>
              <a:buChar char="•"/>
              <a:defRPr sz="3400" b="0" spc="34">
                <a:solidFill>
                  <a:srgbClr val="5E5E5E"/>
                </a:solidFill>
              </a:defRPr>
            </a:pPr>
            <a:r>
              <a:t>Heat related admissions have increased massively in 2025 since 2015.</a:t>
            </a:r>
          </a:p>
        </p:txBody>
      </p:sp>
      <p:sp>
        <p:nvSpPr>
          <p:cNvPr id="262" name="Respiratory diseases cases were the most compared to other diseases.…"/>
          <p:cNvSpPr txBox="1"/>
          <p:nvPr/>
        </p:nvSpPr>
        <p:spPr>
          <a:xfrm>
            <a:off x="1190495" y="2251421"/>
            <a:ext cx="10018028" cy="898728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marL="635000" indent="-635000">
              <a:buClr>
                <a:srgbClr val="5E5E5E"/>
              </a:buClr>
              <a:buSzPct val="170000"/>
              <a:buChar char="•"/>
              <a:defRPr sz="3400" b="0" spc="34">
                <a:solidFill>
                  <a:srgbClr val="5E5E5E"/>
                </a:solidFill>
              </a:defRPr>
            </a:pPr>
            <a:r>
              <a:t>Respiratory diseases cases were the most compared to other diseases.</a:t>
            </a:r>
          </a:p>
          <a:p>
            <a:pPr marL="635000" indent="-635000">
              <a:buClr>
                <a:srgbClr val="5E5E5E"/>
              </a:buClr>
              <a:buSzPct val="170000"/>
              <a:buChar char="•"/>
              <a:defRPr sz="3400" b="0" spc="34">
                <a:solidFill>
                  <a:srgbClr val="5E5E5E"/>
                </a:solidFill>
              </a:defRPr>
            </a:pPr>
            <a:r>
              <a:t>The highest AQI that was recorded globally between 2015 to 2025 was ‘302’.</a:t>
            </a:r>
          </a:p>
          <a:p>
            <a:pPr marL="635000" indent="-635000">
              <a:buClr>
                <a:srgbClr val="5E5E5E"/>
              </a:buClr>
              <a:buSzPct val="170000"/>
              <a:buChar char="•"/>
              <a:defRPr sz="3400" b="0" spc="34">
                <a:solidFill>
                  <a:srgbClr val="5E5E5E"/>
                </a:solidFill>
              </a:defRPr>
            </a:pPr>
            <a:r>
              <a:t>The spring season showed the most hike in climate change diseases cases in the decade of 2015 to 2025.</a:t>
            </a:r>
          </a:p>
          <a:p>
            <a:pPr marL="635000" indent="-635000">
              <a:buClr>
                <a:srgbClr val="5E5E5E"/>
              </a:buClr>
              <a:buSzPct val="170000"/>
              <a:buChar char="•"/>
              <a:defRPr sz="3400" b="0" spc="34">
                <a:solidFill>
                  <a:srgbClr val="5E5E5E"/>
                </a:solidFill>
              </a:defRPr>
            </a:pPr>
            <a:r>
              <a:t>The VectorBorne Diseases major increase when Precipitation crosses    110 mm</a:t>
            </a:r>
          </a:p>
          <a:p>
            <a:pPr marL="635000" indent="-635000">
              <a:buClr>
                <a:srgbClr val="5E5E5E"/>
              </a:buClr>
              <a:buSzPct val="170000"/>
              <a:buChar char="•"/>
              <a:defRPr sz="3400" b="0" spc="34">
                <a:solidFill>
                  <a:srgbClr val="5E5E5E"/>
                </a:solidFill>
              </a:defRPr>
            </a:pPr>
            <a:r>
              <a:t>The data shows that the Cardio Mortality showed sudden hike with the hike in PM2.5-ug/m3 ratings in 2023.</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a14="http://schemas.microsoft.com/office/drawing/2010/main" xmlns:m="http://schemas.openxmlformats.org/officeDocument/2006/math"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satOff val="3942"/>
            <a:lumOff val="17322"/>
          </a:schemeClr>
        </a:solidFill>
        <a:effectLst/>
      </p:bgPr>
    </p:bg>
    <p:spTree>
      <p:nvGrpSpPr>
        <p:cNvPr id="1" name=""/>
        <p:cNvGrpSpPr/>
        <p:nvPr/>
      </p:nvGrpSpPr>
      <p:grpSpPr>
        <a:xfrm>
          <a:off x="0" y="0"/>
          <a:ext cx="0" cy="0"/>
          <a:chOff x="0" y="0"/>
          <a:chExt cx="0" cy="0"/>
        </a:xfrm>
      </p:grpSpPr>
      <p:sp>
        <p:nvSpPr>
          <p:cNvPr id="264" name="Conclusion &amp; thank you"/>
          <p:cNvSpPr txBox="1">
            <a:spLocks noGrp="1"/>
          </p:cNvSpPr>
          <p:nvPr>
            <p:ph type="body" sz="quarter" idx="1"/>
          </p:nvPr>
        </p:nvSpPr>
        <p:spPr>
          <a:xfrm>
            <a:off x="2089150" y="1447914"/>
            <a:ext cx="20205700" cy="1991272"/>
          </a:xfrm>
          <a:prstGeom prst="rect">
            <a:avLst/>
          </a:prstGeom>
        </p:spPr>
        <p:txBody>
          <a:bodyPr/>
          <a:lstStyle>
            <a:lvl1pPr>
              <a:defRPr>
                <a:solidFill>
                  <a:srgbClr val="FFFFFF"/>
                </a:solidFill>
              </a:defRPr>
            </a:lvl1pPr>
          </a:lstStyle>
          <a:p>
            <a:r>
              <a:t>Conclusion &amp; thank you</a:t>
            </a:r>
          </a:p>
        </p:txBody>
      </p:sp>
      <p:sp>
        <p:nvSpPr>
          <p:cNvPr id="265" name="Analysed and visualised the effects of climate anomalies on…"/>
          <p:cNvSpPr txBox="1"/>
          <p:nvPr/>
        </p:nvSpPr>
        <p:spPr>
          <a:xfrm>
            <a:off x="3816324" y="4771135"/>
            <a:ext cx="16751352" cy="41737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lgn="ctr">
              <a:defRPr b="0">
                <a:solidFill>
                  <a:srgbClr val="FFFFFF"/>
                </a:solidFill>
              </a:defRPr>
            </a:pPr>
            <a:r>
              <a:t>Analysed and visualised the effects of climate anomalies on</a:t>
            </a:r>
          </a:p>
          <a:p>
            <a:pPr algn="ctr">
              <a:defRPr b="0">
                <a:solidFill>
                  <a:srgbClr val="FFFFFF"/>
                </a:solidFill>
              </a:defRPr>
            </a:pPr>
            <a:r>
              <a:t>global health and disease trends and it can be seen that global temperature </a:t>
            </a:r>
          </a:p>
          <a:p>
            <a:pPr algn="ctr">
              <a:defRPr b="0">
                <a:solidFill>
                  <a:srgbClr val="FFFFFF"/>
                </a:solidFill>
              </a:defRPr>
            </a:pPr>
            <a:r>
              <a:t>has increased steadily since 2015 and healthcare access in countries varies </a:t>
            </a:r>
          </a:p>
          <a:p>
            <a:pPr algn="ctr">
              <a:defRPr b="0">
                <a:solidFill>
                  <a:srgbClr val="FFFFFF"/>
                </a:solidFill>
              </a:defRPr>
            </a:pPr>
            <a:r>
              <a:t>with their income levels(High, Upper-Middle and Lower-middle). </a:t>
            </a:r>
          </a:p>
        </p:txBody>
      </p:sp>
      <p:sp>
        <p:nvSpPr>
          <p:cNvPr id="266" name="Line"/>
          <p:cNvSpPr/>
          <p:nvPr/>
        </p:nvSpPr>
        <p:spPr>
          <a:xfrm>
            <a:off x="10101390" y="3934599"/>
            <a:ext cx="4181221" cy="1"/>
          </a:xfrm>
          <a:prstGeom prst="line">
            <a:avLst/>
          </a:prstGeom>
          <a:ln w="76200">
            <a:solidFill>
              <a:schemeClr val="accent1"/>
            </a:solidFill>
            <a:miter lim="400000"/>
          </a:ln>
        </p:spPr>
        <p:txBody>
          <a:bodyPr lIns="50800" tIns="50800" rIns="50800" bIns="50800" anchor="ct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a14="http://schemas.microsoft.com/office/drawing/2010/main" xmlns:m="http://schemas.openxmlformats.org/officeDocument/2006/math" xmlns="">
      <p:transition spd="slow">
        <p:fade/>
      </p:transition>
    </mc:Fallback>
  </mc:AlternateContent>
</p:sld>
</file>

<file path=ppt/theme/theme1.xml><?xml version="1.0" encoding="utf-8"?>
<a:theme xmlns:a="http://schemas.openxmlformats.org/drawingml/2006/main" name="24_Briefing">
  <a:themeElements>
    <a:clrScheme name="24_Briefing">
      <a:dk1>
        <a:srgbClr val="1A5C71"/>
      </a:dk1>
      <a:lt1>
        <a:srgbClr val="54818F"/>
      </a:lt1>
      <a:dk2>
        <a:srgbClr val="5E5E5E"/>
      </a:dk2>
      <a:lt2>
        <a:srgbClr val="D5D5D5"/>
      </a:lt2>
      <a:accent1>
        <a:srgbClr val="54818F"/>
      </a:accent1>
      <a:accent2>
        <a:srgbClr val="308C8B"/>
      </a:accent2>
      <a:accent3>
        <a:srgbClr val="7A9105"/>
      </a:accent3>
      <a:accent4>
        <a:srgbClr val="C26E6A"/>
      </a:accent4>
      <a:accent5>
        <a:srgbClr val="E4E942"/>
      </a:accent5>
      <a:accent6>
        <a:srgbClr val="5B516A"/>
      </a:accent6>
      <a:hlink>
        <a:srgbClr val="0000FF"/>
      </a:hlink>
      <a:folHlink>
        <a:srgbClr val="FF00FF"/>
      </a:folHlink>
    </a:clrScheme>
    <a:fontScheme name="24_Briefing">
      <a:majorFont>
        <a:latin typeface="Graphik"/>
        <a:ea typeface="Graphik"/>
        <a:cs typeface="Graphik"/>
      </a:majorFont>
      <a:minorFont>
        <a:latin typeface="Graphik"/>
        <a:ea typeface="Graphik"/>
        <a:cs typeface="Graphik"/>
      </a:minorFont>
    </a:fontScheme>
    <a:fmtScheme name="24_Briefing">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Graphik-Medium"/>
            <a:ea typeface="Graphik-Medium"/>
            <a:cs typeface="Graphik-Medium"/>
            <a:sym typeface="Graphik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76200" cap="flat">
          <a:solidFill>
            <a:schemeClr val="accent6">
              <a:hueOff val="61929"/>
              <a:satOff val="10820"/>
              <a:lumOff val="-8848"/>
            </a:schemeClr>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355600" rtl="0" fontAlgn="auto" latinLnBrk="0" hangingPunct="0">
          <a:lnSpc>
            <a:spcPct val="100000"/>
          </a:lnSpc>
          <a:spcBef>
            <a:spcPts val="4300"/>
          </a:spcBef>
          <a:spcAft>
            <a:spcPts val="0"/>
          </a:spcAft>
          <a:buClrTx/>
          <a:buSzTx/>
          <a:buFontTx/>
          <a:buNone/>
          <a:tabLst/>
          <a:defRPr kumimoji="0" sz="3600" b="1" i="0" u="none" strike="noStrike" cap="none" spc="36" normalizeH="0" baseline="0">
            <a:ln>
              <a:noFill/>
            </a:ln>
            <a:solidFill>
              <a:schemeClr val="accent1">
                <a:satOff val="36598"/>
                <a:lumOff val="-17227"/>
              </a:schemeClr>
            </a:solidFill>
            <a:effectLst/>
            <a:uFillTx/>
            <a:latin typeface="+mn-lt"/>
            <a:ea typeface="+mn-ea"/>
            <a:cs typeface="+mn-cs"/>
            <a:sym typeface="Graphik"/>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4_Briefing">
  <a:themeElements>
    <a:clrScheme name="24_Briefing">
      <a:dk1>
        <a:srgbClr val="000000"/>
      </a:dk1>
      <a:lt1>
        <a:srgbClr val="FFFFFF"/>
      </a:lt1>
      <a:dk2>
        <a:srgbClr val="5E5E5E"/>
      </a:dk2>
      <a:lt2>
        <a:srgbClr val="D5D5D5"/>
      </a:lt2>
      <a:accent1>
        <a:srgbClr val="54818F"/>
      </a:accent1>
      <a:accent2>
        <a:srgbClr val="308C8B"/>
      </a:accent2>
      <a:accent3>
        <a:srgbClr val="7A9105"/>
      </a:accent3>
      <a:accent4>
        <a:srgbClr val="C26E6A"/>
      </a:accent4>
      <a:accent5>
        <a:srgbClr val="E4E942"/>
      </a:accent5>
      <a:accent6>
        <a:srgbClr val="5B516A"/>
      </a:accent6>
      <a:hlink>
        <a:srgbClr val="0000FF"/>
      </a:hlink>
      <a:folHlink>
        <a:srgbClr val="FF00FF"/>
      </a:folHlink>
    </a:clrScheme>
    <a:fontScheme name="24_Briefing">
      <a:majorFont>
        <a:latin typeface="Graphik"/>
        <a:ea typeface="Graphik"/>
        <a:cs typeface="Graphik"/>
      </a:majorFont>
      <a:minorFont>
        <a:latin typeface="Graphik"/>
        <a:ea typeface="Graphik"/>
        <a:cs typeface="Graphik"/>
      </a:minorFont>
    </a:fontScheme>
    <a:fmtScheme name="24_Briefing">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Graphik-Medium"/>
            <a:ea typeface="Graphik-Medium"/>
            <a:cs typeface="Graphik-Medium"/>
            <a:sym typeface="Graphik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76200" cap="flat">
          <a:solidFill>
            <a:schemeClr val="accent6">
              <a:hueOff val="61929"/>
              <a:satOff val="10820"/>
              <a:lumOff val="-8848"/>
            </a:schemeClr>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355600" rtl="0" fontAlgn="auto" latinLnBrk="0" hangingPunct="0">
          <a:lnSpc>
            <a:spcPct val="100000"/>
          </a:lnSpc>
          <a:spcBef>
            <a:spcPts val="4300"/>
          </a:spcBef>
          <a:spcAft>
            <a:spcPts val="0"/>
          </a:spcAft>
          <a:buClrTx/>
          <a:buSzTx/>
          <a:buFontTx/>
          <a:buNone/>
          <a:tabLst/>
          <a:defRPr kumimoji="0" sz="3600" b="1" i="0" u="none" strike="noStrike" cap="none" spc="36" normalizeH="0" baseline="0">
            <a:ln>
              <a:noFill/>
            </a:ln>
            <a:solidFill>
              <a:schemeClr val="accent1">
                <a:satOff val="36598"/>
                <a:lumOff val="-17227"/>
              </a:schemeClr>
            </a:solidFill>
            <a:effectLst/>
            <a:uFillTx/>
            <a:latin typeface="+mn-lt"/>
            <a:ea typeface="+mn-ea"/>
            <a:cs typeface="+mn-cs"/>
            <a:sym typeface="Graphik"/>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550</Words>
  <Application>Microsoft Macintosh PowerPoint</Application>
  <PresentationFormat>Custom</PresentationFormat>
  <Paragraphs>76</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Graphik</vt:lpstr>
      <vt:lpstr>Graphik Medium</vt:lpstr>
      <vt:lpstr>Graphik-Medium</vt:lpstr>
      <vt:lpstr>Helvetica Neue</vt:lpstr>
      <vt:lpstr>24_Briefing</vt:lpstr>
      <vt:lpstr>climate change effects on global health  </vt:lpstr>
      <vt:lpstr>Agenda</vt:lpstr>
      <vt:lpstr>PowerPoint Presentation</vt:lpstr>
      <vt:lpstr>Problem statement &amp; Objectives</vt:lpstr>
      <vt:lpstr>Dataset overview</vt:lpstr>
      <vt:lpstr>PowerPoint Presentation</vt:lpstr>
      <vt:lpstr>PowerPoint Presentation</vt:lpstr>
      <vt:lpstr>PowerPoint Presentation</vt:lpstr>
      <vt:lpstr>PowerPoint Presentation</vt:lpstr>
      <vt:lpstr>Healthcare access in countries</vt:lpstr>
      <vt:lpstr>Cardio Mortality Rate</vt:lpstr>
      <vt:lpstr>Food security of countries</vt:lpstr>
      <vt:lpstr>Key findings &amp; insights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ARSH SINGH</cp:lastModifiedBy>
  <cp:revision>1</cp:revision>
  <dcterms:modified xsi:type="dcterms:W3CDTF">2026-07-03T08:42:46Z</dcterms:modified>
</cp:coreProperties>
</file>